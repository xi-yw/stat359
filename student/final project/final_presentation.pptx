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showSpecialPlsOnTitleSld="0">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d78bbd3468_0_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d78bbd3468_0_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g3d78bbd3468_0_2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78bbd3468_0_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78bbd3468_0_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3d78bbd3468_0_2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78bbd3468_0_1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78bbd3468_0_1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d78bbd3468_0_17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78bbd3468_0_1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d78bbd3468_0_1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3d78bbd3468_0_15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78bbd3468_0_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78bbd3468_0_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g3d78bbd3468_0_5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78bbd3468_0_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d78bbd3468_0_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d78bbd3468_0_7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78bbd3468_0_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d78bbd3468_0_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3d78bbd3468_0_5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d78bbd3468_0_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d78bbd3468_0_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3d78bbd3468_0_6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78bbd3468_0_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g3d78bbd3468_0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78bbd3468_0_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d78bbd3468_0_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d78bbd3468_0_7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d78bbd3468_0_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d78bbd3468_0_1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g3d78bbd3468_0_12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78bbd3468_0_1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d78bbd3468_0_1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d78bbd3468_0_14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1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 name="Shape 16"/>
        <p:cNvGrpSpPr/>
        <p:nvPr/>
      </p:nvGrpSpPr>
      <p:grpSpPr>
        <a:xfrm>
          <a:off x="0" y="0"/>
          <a:ext cx="0" cy="0"/>
          <a:chOff x="0" y="0"/>
          <a:chExt cx="0" cy="0"/>
        </a:xfrm>
      </p:grpSpPr>
      <p:sp>
        <p:nvSpPr>
          <p:cNvPr id="17" name="Google Shape;17;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latin typeface="Arial"/>
                <a:ea typeface="Arial"/>
                <a:cs typeface="Arial"/>
                <a:sym typeface="Aria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9" name="Google Shape;19;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8339168" y="6356350"/>
            <a:ext cx="59757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0000"/>
                </a:solidFill>
                <a:latin typeface="Arial"/>
                <a:ea typeface="Arial"/>
                <a:cs typeface="Arial"/>
                <a:sym typeface="Arial"/>
              </a:defRPr>
            </a:lvl1pPr>
            <a:lvl2pPr indent="0" lvl="1" marL="0" algn="r">
              <a:spcBef>
                <a:spcPts val="0"/>
              </a:spcBef>
              <a:buNone/>
              <a:defRPr b="0" i="0" sz="1200" u="none" cap="none" strike="noStrike">
                <a:solidFill>
                  <a:srgbClr val="000000"/>
                </a:solidFill>
                <a:latin typeface="Arial"/>
                <a:ea typeface="Arial"/>
                <a:cs typeface="Arial"/>
                <a:sym typeface="Arial"/>
              </a:defRPr>
            </a:lvl2pPr>
            <a:lvl3pPr indent="0" lvl="2" marL="0" algn="r">
              <a:spcBef>
                <a:spcPts val="0"/>
              </a:spcBef>
              <a:buNone/>
              <a:defRPr b="0" i="0" sz="1200" u="none" cap="none" strike="noStrike">
                <a:solidFill>
                  <a:srgbClr val="000000"/>
                </a:solidFill>
                <a:latin typeface="Arial"/>
                <a:ea typeface="Arial"/>
                <a:cs typeface="Arial"/>
                <a:sym typeface="Arial"/>
              </a:defRPr>
            </a:lvl3pPr>
            <a:lvl4pPr indent="0" lvl="3" marL="0" algn="r">
              <a:spcBef>
                <a:spcPts val="0"/>
              </a:spcBef>
              <a:buNone/>
              <a:defRPr b="0" i="0" sz="1200" u="none" cap="none" strike="noStrike">
                <a:solidFill>
                  <a:srgbClr val="000000"/>
                </a:solidFill>
                <a:latin typeface="Arial"/>
                <a:ea typeface="Arial"/>
                <a:cs typeface="Arial"/>
                <a:sym typeface="Arial"/>
              </a:defRPr>
            </a:lvl4pPr>
            <a:lvl5pPr indent="0" lvl="4" marL="0" algn="r">
              <a:spcBef>
                <a:spcPts val="0"/>
              </a:spcBef>
              <a:buNone/>
              <a:defRPr b="0" i="0" sz="1200" u="none" cap="none" strike="noStrike">
                <a:solidFill>
                  <a:srgbClr val="000000"/>
                </a:solidFill>
                <a:latin typeface="Arial"/>
                <a:ea typeface="Arial"/>
                <a:cs typeface="Arial"/>
                <a:sym typeface="Arial"/>
              </a:defRPr>
            </a:lvl5pPr>
            <a:lvl6pPr indent="0" lvl="5" marL="0" algn="r">
              <a:spcBef>
                <a:spcPts val="0"/>
              </a:spcBef>
              <a:buNone/>
              <a:defRPr b="0" i="0" sz="1200" u="none" cap="none" strike="noStrike">
                <a:solidFill>
                  <a:srgbClr val="000000"/>
                </a:solidFill>
                <a:latin typeface="Arial"/>
                <a:ea typeface="Arial"/>
                <a:cs typeface="Arial"/>
                <a:sym typeface="Arial"/>
              </a:defRPr>
            </a:lvl6pPr>
            <a:lvl7pPr indent="0" lvl="6" marL="0" algn="r">
              <a:spcBef>
                <a:spcPts val="0"/>
              </a:spcBef>
              <a:buNone/>
              <a:defRPr b="0" i="0" sz="1200" u="none" cap="none" strike="noStrike">
                <a:solidFill>
                  <a:srgbClr val="000000"/>
                </a:solidFill>
                <a:latin typeface="Arial"/>
                <a:ea typeface="Arial"/>
                <a:cs typeface="Arial"/>
                <a:sym typeface="Arial"/>
              </a:defRPr>
            </a:lvl7pPr>
            <a:lvl8pPr indent="0" lvl="7" marL="0" algn="r">
              <a:spcBef>
                <a:spcPts val="0"/>
              </a:spcBef>
              <a:buNone/>
              <a:defRPr b="0" i="0" sz="1200" u="none" cap="none" strike="noStrike">
                <a:solidFill>
                  <a:srgbClr val="000000"/>
                </a:solidFill>
                <a:latin typeface="Arial"/>
                <a:ea typeface="Arial"/>
                <a:cs typeface="Arial"/>
                <a:sym typeface="Arial"/>
              </a:defRPr>
            </a:lvl8pPr>
            <a:lvl9pPr indent="0" lvl="8" marL="0" algn="r">
              <a:spcBef>
                <a:spcPts val="0"/>
              </a:spcBef>
              <a:buNone/>
              <a:defRPr b="0" i="0" sz="12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Page">
  <p:cSld name="Separator Page">
    <p:bg>
      <p:bgPr>
        <a:blipFill>
          <a:blip r:embed="rId2">
            <a:alphaModFix/>
          </a:blip>
          <a:stretch>
            <a:fillRect/>
          </a:stretch>
        </a:blipFill>
      </p:bgPr>
    </p:bg>
    <p:spTree>
      <p:nvGrpSpPr>
        <p:cNvPr id="22" name="Shape 22"/>
        <p:cNvGrpSpPr/>
        <p:nvPr/>
      </p:nvGrpSpPr>
      <p:grpSpPr>
        <a:xfrm>
          <a:off x="0" y="0"/>
          <a:ext cx="0" cy="0"/>
          <a:chOff x="0" y="0"/>
          <a:chExt cx="0" cy="0"/>
        </a:xfrm>
      </p:grpSpPr>
      <p:pic>
        <p:nvPicPr>
          <p:cNvPr id="23" name="Google Shape;23;p3"/>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24" name="Google Shape;24;p3"/>
          <p:cNvSpPr txBox="1"/>
          <p:nvPr>
            <p:ph type="title"/>
          </p:nvPr>
        </p:nvSpPr>
        <p:spPr>
          <a:xfrm>
            <a:off x="0" y="2056080"/>
            <a:ext cx="9144000" cy="273888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4400"/>
              <a:buFont typeface="Arial"/>
              <a:buNone/>
              <a:defRPr>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339168" y="6356350"/>
            <a:ext cx="59757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0000"/>
                </a:solidFill>
                <a:latin typeface="Arial"/>
                <a:ea typeface="Arial"/>
                <a:cs typeface="Arial"/>
                <a:sym typeface="Arial"/>
              </a:defRPr>
            </a:lvl1pPr>
            <a:lvl2pPr indent="0" lvl="1" marL="0" algn="r">
              <a:spcBef>
                <a:spcPts val="0"/>
              </a:spcBef>
              <a:buNone/>
              <a:defRPr b="0" i="0" sz="1200" u="none" cap="none" strike="noStrike">
                <a:solidFill>
                  <a:srgbClr val="000000"/>
                </a:solidFill>
                <a:latin typeface="Arial"/>
                <a:ea typeface="Arial"/>
                <a:cs typeface="Arial"/>
                <a:sym typeface="Arial"/>
              </a:defRPr>
            </a:lvl2pPr>
            <a:lvl3pPr indent="0" lvl="2" marL="0" algn="r">
              <a:spcBef>
                <a:spcPts val="0"/>
              </a:spcBef>
              <a:buNone/>
              <a:defRPr b="0" i="0" sz="1200" u="none" cap="none" strike="noStrike">
                <a:solidFill>
                  <a:srgbClr val="000000"/>
                </a:solidFill>
                <a:latin typeface="Arial"/>
                <a:ea typeface="Arial"/>
                <a:cs typeface="Arial"/>
                <a:sym typeface="Arial"/>
              </a:defRPr>
            </a:lvl3pPr>
            <a:lvl4pPr indent="0" lvl="3" marL="0" algn="r">
              <a:spcBef>
                <a:spcPts val="0"/>
              </a:spcBef>
              <a:buNone/>
              <a:defRPr b="0" i="0" sz="1200" u="none" cap="none" strike="noStrike">
                <a:solidFill>
                  <a:srgbClr val="000000"/>
                </a:solidFill>
                <a:latin typeface="Arial"/>
                <a:ea typeface="Arial"/>
                <a:cs typeface="Arial"/>
                <a:sym typeface="Arial"/>
              </a:defRPr>
            </a:lvl4pPr>
            <a:lvl5pPr indent="0" lvl="4" marL="0" algn="r">
              <a:spcBef>
                <a:spcPts val="0"/>
              </a:spcBef>
              <a:buNone/>
              <a:defRPr b="0" i="0" sz="1200" u="none" cap="none" strike="noStrike">
                <a:solidFill>
                  <a:srgbClr val="000000"/>
                </a:solidFill>
                <a:latin typeface="Arial"/>
                <a:ea typeface="Arial"/>
                <a:cs typeface="Arial"/>
                <a:sym typeface="Arial"/>
              </a:defRPr>
            </a:lvl5pPr>
            <a:lvl6pPr indent="0" lvl="5" marL="0" algn="r">
              <a:spcBef>
                <a:spcPts val="0"/>
              </a:spcBef>
              <a:buNone/>
              <a:defRPr b="0" i="0" sz="1200" u="none" cap="none" strike="noStrike">
                <a:solidFill>
                  <a:srgbClr val="000000"/>
                </a:solidFill>
                <a:latin typeface="Arial"/>
                <a:ea typeface="Arial"/>
                <a:cs typeface="Arial"/>
                <a:sym typeface="Arial"/>
              </a:defRPr>
            </a:lvl6pPr>
            <a:lvl7pPr indent="0" lvl="6" marL="0" algn="r">
              <a:spcBef>
                <a:spcPts val="0"/>
              </a:spcBef>
              <a:buNone/>
              <a:defRPr b="0" i="0" sz="1200" u="none" cap="none" strike="noStrike">
                <a:solidFill>
                  <a:srgbClr val="000000"/>
                </a:solidFill>
                <a:latin typeface="Arial"/>
                <a:ea typeface="Arial"/>
                <a:cs typeface="Arial"/>
                <a:sym typeface="Arial"/>
              </a:defRPr>
            </a:lvl7pPr>
            <a:lvl8pPr indent="0" lvl="7" marL="0" algn="r">
              <a:spcBef>
                <a:spcPts val="0"/>
              </a:spcBef>
              <a:buNone/>
              <a:defRPr b="0" i="0" sz="1200" u="none" cap="none" strike="noStrike">
                <a:solidFill>
                  <a:srgbClr val="000000"/>
                </a:solidFill>
                <a:latin typeface="Arial"/>
                <a:ea typeface="Arial"/>
                <a:cs typeface="Arial"/>
                <a:sym typeface="Arial"/>
              </a:defRPr>
            </a:lvl8pPr>
            <a:lvl9pPr indent="0" lvl="8" marL="0" algn="r">
              <a:spcBef>
                <a:spcPts val="0"/>
              </a:spcBef>
              <a:buNone/>
              <a:defRPr b="0" i="0" sz="12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a:latin typeface="Arial"/>
                <a:ea typeface="Arial"/>
                <a:cs typeface="Arial"/>
                <a:sym typeface="Arial"/>
              </a:defRPr>
            </a:lvl1pPr>
            <a:lvl2pPr indent="-406400" lvl="1" marL="914400" algn="l">
              <a:spcBef>
                <a:spcPts val="560"/>
              </a:spcBef>
              <a:spcAft>
                <a:spcPts val="0"/>
              </a:spcAft>
              <a:buClr>
                <a:schemeClr val="dk1"/>
              </a:buClr>
              <a:buSzPts val="2800"/>
              <a:buChar char="–"/>
              <a:defRPr>
                <a:latin typeface="Arial"/>
                <a:ea typeface="Arial"/>
                <a:cs typeface="Arial"/>
                <a:sym typeface="Arial"/>
              </a:defRPr>
            </a:lvl2pPr>
            <a:lvl3pPr indent="-381000" lvl="2" marL="1371600" algn="l">
              <a:spcBef>
                <a:spcPts val="480"/>
              </a:spcBef>
              <a:spcAft>
                <a:spcPts val="0"/>
              </a:spcAft>
              <a:buClr>
                <a:schemeClr val="dk1"/>
              </a:buClr>
              <a:buSzPts val="2400"/>
              <a:buChar char="•"/>
              <a:defRPr>
                <a:latin typeface="Arial"/>
                <a:ea typeface="Arial"/>
                <a:cs typeface="Arial"/>
                <a:sym typeface="Arial"/>
              </a:defRPr>
            </a:lvl3pPr>
            <a:lvl4pPr indent="-355600" lvl="3" marL="1828800" algn="l">
              <a:spcBef>
                <a:spcPts val="400"/>
              </a:spcBef>
              <a:spcAft>
                <a:spcPts val="0"/>
              </a:spcAft>
              <a:buClr>
                <a:schemeClr val="dk1"/>
              </a:buClr>
              <a:buSzPts val="2000"/>
              <a:buChar char="–"/>
              <a:defRPr>
                <a:latin typeface="Arial"/>
                <a:ea typeface="Arial"/>
                <a:cs typeface="Arial"/>
                <a:sym typeface="Arial"/>
              </a:defRPr>
            </a:lvl4pPr>
            <a:lvl5pPr indent="-355600" lvl="4" marL="2286000" algn="l">
              <a:spcBef>
                <a:spcPts val="400"/>
              </a:spcBef>
              <a:spcAft>
                <a:spcPts val="0"/>
              </a:spcAft>
              <a:buClr>
                <a:schemeClr val="dk1"/>
              </a:buClr>
              <a:buSzPts val="2000"/>
              <a:buChar char="»"/>
              <a:defRPr>
                <a:latin typeface="Arial"/>
                <a:ea typeface="Arial"/>
                <a:cs typeface="Arial"/>
                <a:sym typeface="Aria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2" type="sldNum"/>
          </p:nvPr>
        </p:nvSpPr>
        <p:spPr>
          <a:xfrm>
            <a:off x="8339168" y="6356350"/>
            <a:ext cx="59757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0000"/>
                </a:solidFill>
                <a:latin typeface="Arial"/>
                <a:ea typeface="Arial"/>
                <a:cs typeface="Arial"/>
                <a:sym typeface="Arial"/>
              </a:defRPr>
            </a:lvl1pPr>
            <a:lvl2pPr indent="0" lvl="1" marL="0" algn="r">
              <a:spcBef>
                <a:spcPts val="0"/>
              </a:spcBef>
              <a:buNone/>
              <a:defRPr b="0" i="0" sz="1200" u="none" cap="none" strike="noStrike">
                <a:solidFill>
                  <a:srgbClr val="000000"/>
                </a:solidFill>
                <a:latin typeface="Arial"/>
                <a:ea typeface="Arial"/>
                <a:cs typeface="Arial"/>
                <a:sym typeface="Arial"/>
              </a:defRPr>
            </a:lvl2pPr>
            <a:lvl3pPr indent="0" lvl="2" marL="0" algn="r">
              <a:spcBef>
                <a:spcPts val="0"/>
              </a:spcBef>
              <a:buNone/>
              <a:defRPr b="0" i="0" sz="1200" u="none" cap="none" strike="noStrike">
                <a:solidFill>
                  <a:srgbClr val="000000"/>
                </a:solidFill>
                <a:latin typeface="Arial"/>
                <a:ea typeface="Arial"/>
                <a:cs typeface="Arial"/>
                <a:sym typeface="Arial"/>
              </a:defRPr>
            </a:lvl3pPr>
            <a:lvl4pPr indent="0" lvl="3" marL="0" algn="r">
              <a:spcBef>
                <a:spcPts val="0"/>
              </a:spcBef>
              <a:buNone/>
              <a:defRPr b="0" i="0" sz="1200" u="none" cap="none" strike="noStrike">
                <a:solidFill>
                  <a:srgbClr val="000000"/>
                </a:solidFill>
                <a:latin typeface="Arial"/>
                <a:ea typeface="Arial"/>
                <a:cs typeface="Arial"/>
                <a:sym typeface="Arial"/>
              </a:defRPr>
            </a:lvl4pPr>
            <a:lvl5pPr indent="0" lvl="4" marL="0" algn="r">
              <a:spcBef>
                <a:spcPts val="0"/>
              </a:spcBef>
              <a:buNone/>
              <a:defRPr b="0" i="0" sz="1200" u="none" cap="none" strike="noStrike">
                <a:solidFill>
                  <a:srgbClr val="000000"/>
                </a:solidFill>
                <a:latin typeface="Arial"/>
                <a:ea typeface="Arial"/>
                <a:cs typeface="Arial"/>
                <a:sym typeface="Arial"/>
              </a:defRPr>
            </a:lvl5pPr>
            <a:lvl6pPr indent="0" lvl="5" marL="0" algn="r">
              <a:spcBef>
                <a:spcPts val="0"/>
              </a:spcBef>
              <a:buNone/>
              <a:defRPr b="0" i="0" sz="1200" u="none" cap="none" strike="noStrike">
                <a:solidFill>
                  <a:srgbClr val="000000"/>
                </a:solidFill>
                <a:latin typeface="Arial"/>
                <a:ea typeface="Arial"/>
                <a:cs typeface="Arial"/>
                <a:sym typeface="Arial"/>
              </a:defRPr>
            </a:lvl6pPr>
            <a:lvl7pPr indent="0" lvl="6" marL="0" algn="r">
              <a:spcBef>
                <a:spcPts val="0"/>
              </a:spcBef>
              <a:buNone/>
              <a:defRPr b="0" i="0" sz="1200" u="none" cap="none" strike="noStrike">
                <a:solidFill>
                  <a:srgbClr val="000000"/>
                </a:solidFill>
                <a:latin typeface="Arial"/>
                <a:ea typeface="Arial"/>
                <a:cs typeface="Arial"/>
                <a:sym typeface="Arial"/>
              </a:defRPr>
            </a:lvl7pPr>
            <a:lvl8pPr indent="0" lvl="7" marL="0" algn="r">
              <a:spcBef>
                <a:spcPts val="0"/>
              </a:spcBef>
              <a:buNone/>
              <a:defRPr b="0" i="0" sz="1200" u="none" cap="none" strike="noStrike">
                <a:solidFill>
                  <a:srgbClr val="000000"/>
                </a:solidFill>
                <a:latin typeface="Arial"/>
                <a:ea typeface="Arial"/>
                <a:cs typeface="Arial"/>
                <a:sym typeface="Arial"/>
              </a:defRPr>
            </a:lvl8pPr>
            <a:lvl9pPr indent="0" lvl="8" marL="0" algn="r">
              <a:spcBef>
                <a:spcPts val="0"/>
              </a:spcBef>
              <a:buNone/>
              <a:defRPr b="0" i="0" sz="12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3200"/>
              <a:buFont typeface="Arial"/>
              <a:buNone/>
              <a:defRPr b="1" sz="3200" cap="none">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latin typeface="Arial"/>
                <a:ea typeface="Arial"/>
                <a:cs typeface="Arial"/>
                <a:sym typeface="Aria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8" name="Google Shape;38;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8339168" y="6356350"/>
            <a:ext cx="59757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0000"/>
                </a:solidFill>
                <a:latin typeface="Arial"/>
                <a:ea typeface="Arial"/>
                <a:cs typeface="Arial"/>
                <a:sym typeface="Arial"/>
              </a:defRPr>
            </a:lvl1pPr>
            <a:lvl2pPr indent="0" lvl="1" marL="0" algn="r">
              <a:spcBef>
                <a:spcPts val="0"/>
              </a:spcBef>
              <a:buNone/>
              <a:defRPr b="0" i="0" sz="1200" u="none" cap="none" strike="noStrike">
                <a:solidFill>
                  <a:srgbClr val="000000"/>
                </a:solidFill>
                <a:latin typeface="Arial"/>
                <a:ea typeface="Arial"/>
                <a:cs typeface="Arial"/>
                <a:sym typeface="Arial"/>
              </a:defRPr>
            </a:lvl2pPr>
            <a:lvl3pPr indent="0" lvl="2" marL="0" algn="r">
              <a:spcBef>
                <a:spcPts val="0"/>
              </a:spcBef>
              <a:buNone/>
              <a:defRPr b="0" i="0" sz="1200" u="none" cap="none" strike="noStrike">
                <a:solidFill>
                  <a:srgbClr val="000000"/>
                </a:solidFill>
                <a:latin typeface="Arial"/>
                <a:ea typeface="Arial"/>
                <a:cs typeface="Arial"/>
                <a:sym typeface="Arial"/>
              </a:defRPr>
            </a:lvl3pPr>
            <a:lvl4pPr indent="0" lvl="3" marL="0" algn="r">
              <a:spcBef>
                <a:spcPts val="0"/>
              </a:spcBef>
              <a:buNone/>
              <a:defRPr b="0" i="0" sz="1200" u="none" cap="none" strike="noStrike">
                <a:solidFill>
                  <a:srgbClr val="000000"/>
                </a:solidFill>
                <a:latin typeface="Arial"/>
                <a:ea typeface="Arial"/>
                <a:cs typeface="Arial"/>
                <a:sym typeface="Arial"/>
              </a:defRPr>
            </a:lvl4pPr>
            <a:lvl5pPr indent="0" lvl="4" marL="0" algn="r">
              <a:spcBef>
                <a:spcPts val="0"/>
              </a:spcBef>
              <a:buNone/>
              <a:defRPr b="0" i="0" sz="1200" u="none" cap="none" strike="noStrike">
                <a:solidFill>
                  <a:srgbClr val="000000"/>
                </a:solidFill>
                <a:latin typeface="Arial"/>
                <a:ea typeface="Arial"/>
                <a:cs typeface="Arial"/>
                <a:sym typeface="Arial"/>
              </a:defRPr>
            </a:lvl5pPr>
            <a:lvl6pPr indent="0" lvl="5" marL="0" algn="r">
              <a:spcBef>
                <a:spcPts val="0"/>
              </a:spcBef>
              <a:buNone/>
              <a:defRPr b="0" i="0" sz="1200" u="none" cap="none" strike="noStrike">
                <a:solidFill>
                  <a:srgbClr val="000000"/>
                </a:solidFill>
                <a:latin typeface="Arial"/>
                <a:ea typeface="Arial"/>
                <a:cs typeface="Arial"/>
                <a:sym typeface="Arial"/>
              </a:defRPr>
            </a:lvl6pPr>
            <a:lvl7pPr indent="0" lvl="6" marL="0" algn="r">
              <a:spcBef>
                <a:spcPts val="0"/>
              </a:spcBef>
              <a:buNone/>
              <a:defRPr b="0" i="0" sz="1200" u="none" cap="none" strike="noStrike">
                <a:solidFill>
                  <a:srgbClr val="000000"/>
                </a:solidFill>
                <a:latin typeface="Arial"/>
                <a:ea typeface="Arial"/>
                <a:cs typeface="Arial"/>
                <a:sym typeface="Arial"/>
              </a:defRPr>
            </a:lvl7pPr>
            <a:lvl8pPr indent="0" lvl="7" marL="0" algn="r">
              <a:spcBef>
                <a:spcPts val="0"/>
              </a:spcBef>
              <a:buNone/>
              <a:defRPr b="0" i="0" sz="1200" u="none" cap="none" strike="noStrike">
                <a:solidFill>
                  <a:srgbClr val="000000"/>
                </a:solidFill>
                <a:latin typeface="Arial"/>
                <a:ea typeface="Arial"/>
                <a:cs typeface="Arial"/>
                <a:sym typeface="Arial"/>
              </a:defRPr>
            </a:lvl8pPr>
            <a:lvl9pPr indent="0" lvl="8" marL="0" algn="r">
              <a:spcBef>
                <a:spcPts val="0"/>
              </a:spcBef>
              <a:buNone/>
              <a:defRPr b="0" i="0" sz="12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atin typeface="Arial"/>
                <a:ea typeface="Arial"/>
                <a:cs typeface="Arial"/>
                <a:sym typeface="Arial"/>
              </a:defRPr>
            </a:lvl1pPr>
            <a:lvl2pPr indent="-381000" lvl="1" marL="914400" algn="l">
              <a:spcBef>
                <a:spcPts val="480"/>
              </a:spcBef>
              <a:spcAft>
                <a:spcPts val="0"/>
              </a:spcAft>
              <a:buClr>
                <a:schemeClr val="dk1"/>
              </a:buClr>
              <a:buSzPts val="2400"/>
              <a:buChar char="–"/>
              <a:defRPr sz="2400">
                <a:latin typeface="Arial"/>
                <a:ea typeface="Arial"/>
                <a:cs typeface="Arial"/>
                <a:sym typeface="Arial"/>
              </a:defRPr>
            </a:lvl2pPr>
            <a:lvl3pPr indent="-355600" lvl="2" marL="1371600" algn="l">
              <a:spcBef>
                <a:spcPts val="400"/>
              </a:spcBef>
              <a:spcAft>
                <a:spcPts val="0"/>
              </a:spcAft>
              <a:buClr>
                <a:schemeClr val="dk1"/>
              </a:buClr>
              <a:buSzPts val="2000"/>
              <a:buChar char="•"/>
              <a:defRPr sz="2000">
                <a:latin typeface="Arial"/>
                <a:ea typeface="Arial"/>
                <a:cs typeface="Arial"/>
                <a:sym typeface="Arial"/>
              </a:defRPr>
            </a:lvl3pPr>
            <a:lvl4pPr indent="-342900" lvl="3" marL="1828800" algn="l">
              <a:spcBef>
                <a:spcPts val="360"/>
              </a:spcBef>
              <a:spcAft>
                <a:spcPts val="0"/>
              </a:spcAft>
              <a:buClr>
                <a:schemeClr val="dk1"/>
              </a:buClr>
              <a:buSzPts val="1800"/>
              <a:buChar char="–"/>
              <a:defRPr sz="1800">
                <a:latin typeface="Arial"/>
                <a:ea typeface="Arial"/>
                <a:cs typeface="Arial"/>
                <a:sym typeface="Arial"/>
              </a:defRPr>
            </a:lvl4pPr>
            <a:lvl5pPr indent="-342900" lvl="4" marL="2286000" algn="l">
              <a:spcBef>
                <a:spcPts val="360"/>
              </a:spcBef>
              <a:spcAft>
                <a:spcPts val="0"/>
              </a:spcAft>
              <a:buClr>
                <a:schemeClr val="dk1"/>
              </a:buClr>
              <a:buSzPts val="1800"/>
              <a:buChar char="»"/>
              <a:defRPr sz="1800">
                <a:latin typeface="Arial"/>
                <a:ea typeface="Arial"/>
                <a:cs typeface="Arial"/>
                <a:sym typeface="Arial"/>
              </a:defRPr>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atin typeface="Arial"/>
                <a:ea typeface="Arial"/>
                <a:cs typeface="Arial"/>
                <a:sym typeface="Arial"/>
              </a:defRPr>
            </a:lvl1pPr>
            <a:lvl2pPr indent="-381000" lvl="1" marL="914400" algn="l">
              <a:spcBef>
                <a:spcPts val="480"/>
              </a:spcBef>
              <a:spcAft>
                <a:spcPts val="0"/>
              </a:spcAft>
              <a:buClr>
                <a:schemeClr val="dk1"/>
              </a:buClr>
              <a:buSzPts val="2400"/>
              <a:buChar char="–"/>
              <a:defRPr sz="2400">
                <a:latin typeface="Arial"/>
                <a:ea typeface="Arial"/>
                <a:cs typeface="Arial"/>
                <a:sym typeface="Arial"/>
              </a:defRPr>
            </a:lvl2pPr>
            <a:lvl3pPr indent="-355600" lvl="2" marL="1371600" algn="l">
              <a:spcBef>
                <a:spcPts val="400"/>
              </a:spcBef>
              <a:spcAft>
                <a:spcPts val="0"/>
              </a:spcAft>
              <a:buClr>
                <a:schemeClr val="dk1"/>
              </a:buClr>
              <a:buSzPts val="2000"/>
              <a:buChar char="•"/>
              <a:defRPr sz="2000">
                <a:latin typeface="Arial"/>
                <a:ea typeface="Arial"/>
                <a:cs typeface="Arial"/>
                <a:sym typeface="Arial"/>
              </a:defRPr>
            </a:lvl3pPr>
            <a:lvl4pPr indent="-342900" lvl="3" marL="1828800" algn="l">
              <a:spcBef>
                <a:spcPts val="360"/>
              </a:spcBef>
              <a:spcAft>
                <a:spcPts val="0"/>
              </a:spcAft>
              <a:buClr>
                <a:schemeClr val="dk1"/>
              </a:buClr>
              <a:buSzPts val="1800"/>
              <a:buChar char="–"/>
              <a:defRPr sz="1800">
                <a:latin typeface="Arial"/>
                <a:ea typeface="Arial"/>
                <a:cs typeface="Arial"/>
                <a:sym typeface="Arial"/>
              </a:defRPr>
            </a:lvl4pPr>
            <a:lvl5pPr indent="-342900" lvl="4" marL="2286000" algn="l">
              <a:spcBef>
                <a:spcPts val="360"/>
              </a:spcBef>
              <a:spcAft>
                <a:spcPts val="0"/>
              </a:spcAft>
              <a:buClr>
                <a:schemeClr val="dk1"/>
              </a:buClr>
              <a:buSzPts val="1800"/>
              <a:buChar char="»"/>
              <a:defRPr sz="1800">
                <a:latin typeface="Arial"/>
                <a:ea typeface="Arial"/>
                <a:cs typeface="Arial"/>
                <a:sym typeface="Arial"/>
              </a:defRPr>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5" name="Google Shape;45;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2" type="sldNum"/>
          </p:nvPr>
        </p:nvSpPr>
        <p:spPr>
          <a:xfrm>
            <a:off x="8339168" y="6356350"/>
            <a:ext cx="59757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0000"/>
                </a:solidFill>
                <a:latin typeface="Arial"/>
                <a:ea typeface="Arial"/>
                <a:cs typeface="Arial"/>
                <a:sym typeface="Arial"/>
              </a:defRPr>
            </a:lvl1pPr>
            <a:lvl2pPr indent="0" lvl="1" marL="0" algn="r">
              <a:spcBef>
                <a:spcPts val="0"/>
              </a:spcBef>
              <a:buNone/>
              <a:defRPr b="0" i="0" sz="1200" u="none" cap="none" strike="noStrike">
                <a:solidFill>
                  <a:srgbClr val="000000"/>
                </a:solidFill>
                <a:latin typeface="Arial"/>
                <a:ea typeface="Arial"/>
                <a:cs typeface="Arial"/>
                <a:sym typeface="Arial"/>
              </a:defRPr>
            </a:lvl2pPr>
            <a:lvl3pPr indent="0" lvl="2" marL="0" algn="r">
              <a:spcBef>
                <a:spcPts val="0"/>
              </a:spcBef>
              <a:buNone/>
              <a:defRPr b="0" i="0" sz="1200" u="none" cap="none" strike="noStrike">
                <a:solidFill>
                  <a:srgbClr val="000000"/>
                </a:solidFill>
                <a:latin typeface="Arial"/>
                <a:ea typeface="Arial"/>
                <a:cs typeface="Arial"/>
                <a:sym typeface="Arial"/>
              </a:defRPr>
            </a:lvl3pPr>
            <a:lvl4pPr indent="0" lvl="3" marL="0" algn="r">
              <a:spcBef>
                <a:spcPts val="0"/>
              </a:spcBef>
              <a:buNone/>
              <a:defRPr b="0" i="0" sz="1200" u="none" cap="none" strike="noStrike">
                <a:solidFill>
                  <a:srgbClr val="000000"/>
                </a:solidFill>
                <a:latin typeface="Arial"/>
                <a:ea typeface="Arial"/>
                <a:cs typeface="Arial"/>
                <a:sym typeface="Arial"/>
              </a:defRPr>
            </a:lvl4pPr>
            <a:lvl5pPr indent="0" lvl="4" marL="0" algn="r">
              <a:spcBef>
                <a:spcPts val="0"/>
              </a:spcBef>
              <a:buNone/>
              <a:defRPr b="0" i="0" sz="1200" u="none" cap="none" strike="noStrike">
                <a:solidFill>
                  <a:srgbClr val="000000"/>
                </a:solidFill>
                <a:latin typeface="Arial"/>
                <a:ea typeface="Arial"/>
                <a:cs typeface="Arial"/>
                <a:sym typeface="Arial"/>
              </a:defRPr>
            </a:lvl5pPr>
            <a:lvl6pPr indent="0" lvl="5" marL="0" algn="r">
              <a:spcBef>
                <a:spcPts val="0"/>
              </a:spcBef>
              <a:buNone/>
              <a:defRPr b="0" i="0" sz="1200" u="none" cap="none" strike="noStrike">
                <a:solidFill>
                  <a:srgbClr val="000000"/>
                </a:solidFill>
                <a:latin typeface="Arial"/>
                <a:ea typeface="Arial"/>
                <a:cs typeface="Arial"/>
                <a:sym typeface="Arial"/>
              </a:defRPr>
            </a:lvl6pPr>
            <a:lvl7pPr indent="0" lvl="6" marL="0" algn="r">
              <a:spcBef>
                <a:spcPts val="0"/>
              </a:spcBef>
              <a:buNone/>
              <a:defRPr b="0" i="0" sz="1200" u="none" cap="none" strike="noStrike">
                <a:solidFill>
                  <a:srgbClr val="000000"/>
                </a:solidFill>
                <a:latin typeface="Arial"/>
                <a:ea typeface="Arial"/>
                <a:cs typeface="Arial"/>
                <a:sym typeface="Arial"/>
              </a:defRPr>
            </a:lvl7pPr>
            <a:lvl8pPr indent="0" lvl="7" marL="0" algn="r">
              <a:spcBef>
                <a:spcPts val="0"/>
              </a:spcBef>
              <a:buNone/>
              <a:defRPr b="0" i="0" sz="1200" u="none" cap="none" strike="noStrike">
                <a:solidFill>
                  <a:srgbClr val="000000"/>
                </a:solidFill>
                <a:latin typeface="Arial"/>
                <a:ea typeface="Arial"/>
                <a:cs typeface="Arial"/>
                <a:sym typeface="Arial"/>
              </a:defRPr>
            </a:lvl8pPr>
            <a:lvl9pPr indent="0" lvl="8" marL="0" algn="r">
              <a:spcBef>
                <a:spcPts val="0"/>
              </a:spcBef>
              <a:buNone/>
              <a:defRPr b="0" i="0" sz="12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chemeClr val="dk1"/>
              </a:buClr>
              <a:buSzPts val="2000"/>
              <a:buNone/>
              <a:defRPr b="1" sz="2000">
                <a:latin typeface="Arial"/>
                <a:ea typeface="Arial"/>
                <a:cs typeface="Arial"/>
                <a:sym typeface="Arial"/>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atin typeface="Arial"/>
                <a:ea typeface="Arial"/>
                <a:cs typeface="Arial"/>
                <a:sym typeface="Arial"/>
              </a:defRPr>
            </a:lvl1pPr>
            <a:lvl2pPr indent="-355600" lvl="1" marL="914400" algn="l">
              <a:spcBef>
                <a:spcPts val="400"/>
              </a:spcBef>
              <a:spcAft>
                <a:spcPts val="0"/>
              </a:spcAft>
              <a:buClr>
                <a:schemeClr val="dk1"/>
              </a:buClr>
              <a:buSzPts val="2000"/>
              <a:buChar char="–"/>
              <a:defRPr sz="2000">
                <a:latin typeface="Arial"/>
                <a:ea typeface="Arial"/>
                <a:cs typeface="Arial"/>
                <a:sym typeface="Arial"/>
              </a:defRPr>
            </a:lvl2pPr>
            <a:lvl3pPr indent="-342900" lvl="2" marL="1371600" algn="l">
              <a:spcBef>
                <a:spcPts val="360"/>
              </a:spcBef>
              <a:spcAft>
                <a:spcPts val="0"/>
              </a:spcAft>
              <a:buClr>
                <a:schemeClr val="dk1"/>
              </a:buClr>
              <a:buSzPts val="1800"/>
              <a:buChar char="•"/>
              <a:defRPr sz="1800">
                <a:latin typeface="Arial"/>
                <a:ea typeface="Arial"/>
                <a:cs typeface="Arial"/>
                <a:sym typeface="Arial"/>
              </a:defRPr>
            </a:lvl3pPr>
            <a:lvl4pPr indent="-330200" lvl="3" marL="1828800" algn="l">
              <a:spcBef>
                <a:spcPts val="320"/>
              </a:spcBef>
              <a:spcAft>
                <a:spcPts val="0"/>
              </a:spcAft>
              <a:buClr>
                <a:schemeClr val="dk1"/>
              </a:buClr>
              <a:buSzPts val="1600"/>
              <a:buChar char="–"/>
              <a:defRPr sz="1600">
                <a:latin typeface="Arial"/>
                <a:ea typeface="Arial"/>
                <a:cs typeface="Arial"/>
                <a:sym typeface="Arial"/>
              </a:defRPr>
            </a:lvl4pPr>
            <a:lvl5pPr indent="-330200" lvl="4" marL="2286000" algn="l">
              <a:spcBef>
                <a:spcPts val="320"/>
              </a:spcBef>
              <a:spcAft>
                <a:spcPts val="0"/>
              </a:spcAft>
              <a:buClr>
                <a:schemeClr val="dk1"/>
              </a:buClr>
              <a:buSzPts val="1600"/>
              <a:buChar char="»"/>
              <a:defRPr sz="1600">
                <a:latin typeface="Arial"/>
                <a:ea typeface="Arial"/>
                <a:cs typeface="Arial"/>
                <a:sym typeface="Arial"/>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chemeClr val="dk1"/>
              </a:buClr>
              <a:buSzPts val="2000"/>
              <a:buNone/>
              <a:defRPr b="1" sz="2000">
                <a:latin typeface="Arial"/>
                <a:ea typeface="Arial"/>
                <a:cs typeface="Arial"/>
                <a:sym typeface="Arial"/>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3" name="Google Shape;53;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atin typeface="Arial"/>
                <a:ea typeface="Arial"/>
                <a:cs typeface="Arial"/>
                <a:sym typeface="Arial"/>
              </a:defRPr>
            </a:lvl1pPr>
            <a:lvl2pPr indent="-355600" lvl="1" marL="914400" algn="l">
              <a:spcBef>
                <a:spcPts val="400"/>
              </a:spcBef>
              <a:spcAft>
                <a:spcPts val="0"/>
              </a:spcAft>
              <a:buClr>
                <a:schemeClr val="dk1"/>
              </a:buClr>
              <a:buSzPts val="2000"/>
              <a:buChar char="–"/>
              <a:defRPr sz="2000">
                <a:latin typeface="Arial"/>
                <a:ea typeface="Arial"/>
                <a:cs typeface="Arial"/>
                <a:sym typeface="Arial"/>
              </a:defRPr>
            </a:lvl2pPr>
            <a:lvl3pPr indent="-342900" lvl="2" marL="1371600" algn="l">
              <a:spcBef>
                <a:spcPts val="360"/>
              </a:spcBef>
              <a:spcAft>
                <a:spcPts val="0"/>
              </a:spcAft>
              <a:buClr>
                <a:schemeClr val="dk1"/>
              </a:buClr>
              <a:buSzPts val="1800"/>
              <a:buChar char="•"/>
              <a:defRPr sz="1800">
                <a:latin typeface="Arial"/>
                <a:ea typeface="Arial"/>
                <a:cs typeface="Arial"/>
                <a:sym typeface="Arial"/>
              </a:defRPr>
            </a:lvl3pPr>
            <a:lvl4pPr indent="-330200" lvl="3" marL="1828800" algn="l">
              <a:spcBef>
                <a:spcPts val="320"/>
              </a:spcBef>
              <a:spcAft>
                <a:spcPts val="0"/>
              </a:spcAft>
              <a:buClr>
                <a:schemeClr val="dk1"/>
              </a:buClr>
              <a:buSzPts val="1600"/>
              <a:buChar char="–"/>
              <a:defRPr sz="1600">
                <a:latin typeface="Arial"/>
                <a:ea typeface="Arial"/>
                <a:cs typeface="Arial"/>
                <a:sym typeface="Arial"/>
              </a:defRPr>
            </a:lvl4pPr>
            <a:lvl5pPr indent="-330200" lvl="4" marL="2286000" algn="l">
              <a:spcBef>
                <a:spcPts val="320"/>
              </a:spcBef>
              <a:spcAft>
                <a:spcPts val="0"/>
              </a:spcAft>
              <a:buClr>
                <a:schemeClr val="dk1"/>
              </a:buClr>
              <a:buSzPts val="1600"/>
              <a:buChar char="»"/>
              <a:defRPr sz="1600">
                <a:latin typeface="Arial"/>
                <a:ea typeface="Arial"/>
                <a:cs typeface="Arial"/>
                <a:sym typeface="Arial"/>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4" name="Google Shape;54;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2" type="sldNum"/>
          </p:nvPr>
        </p:nvSpPr>
        <p:spPr>
          <a:xfrm>
            <a:off x="8339168" y="6356350"/>
            <a:ext cx="59757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0000"/>
                </a:solidFill>
                <a:latin typeface="Arial"/>
                <a:ea typeface="Arial"/>
                <a:cs typeface="Arial"/>
                <a:sym typeface="Arial"/>
              </a:defRPr>
            </a:lvl1pPr>
            <a:lvl2pPr indent="0" lvl="1" marL="0" algn="r">
              <a:spcBef>
                <a:spcPts val="0"/>
              </a:spcBef>
              <a:buNone/>
              <a:defRPr b="0" i="0" sz="1200" u="none" cap="none" strike="noStrike">
                <a:solidFill>
                  <a:srgbClr val="000000"/>
                </a:solidFill>
                <a:latin typeface="Arial"/>
                <a:ea typeface="Arial"/>
                <a:cs typeface="Arial"/>
                <a:sym typeface="Arial"/>
              </a:defRPr>
            </a:lvl2pPr>
            <a:lvl3pPr indent="0" lvl="2" marL="0" algn="r">
              <a:spcBef>
                <a:spcPts val="0"/>
              </a:spcBef>
              <a:buNone/>
              <a:defRPr b="0" i="0" sz="1200" u="none" cap="none" strike="noStrike">
                <a:solidFill>
                  <a:srgbClr val="000000"/>
                </a:solidFill>
                <a:latin typeface="Arial"/>
                <a:ea typeface="Arial"/>
                <a:cs typeface="Arial"/>
                <a:sym typeface="Arial"/>
              </a:defRPr>
            </a:lvl3pPr>
            <a:lvl4pPr indent="0" lvl="3" marL="0" algn="r">
              <a:spcBef>
                <a:spcPts val="0"/>
              </a:spcBef>
              <a:buNone/>
              <a:defRPr b="0" i="0" sz="1200" u="none" cap="none" strike="noStrike">
                <a:solidFill>
                  <a:srgbClr val="000000"/>
                </a:solidFill>
                <a:latin typeface="Arial"/>
                <a:ea typeface="Arial"/>
                <a:cs typeface="Arial"/>
                <a:sym typeface="Arial"/>
              </a:defRPr>
            </a:lvl4pPr>
            <a:lvl5pPr indent="0" lvl="4" marL="0" algn="r">
              <a:spcBef>
                <a:spcPts val="0"/>
              </a:spcBef>
              <a:buNone/>
              <a:defRPr b="0" i="0" sz="1200" u="none" cap="none" strike="noStrike">
                <a:solidFill>
                  <a:srgbClr val="000000"/>
                </a:solidFill>
                <a:latin typeface="Arial"/>
                <a:ea typeface="Arial"/>
                <a:cs typeface="Arial"/>
                <a:sym typeface="Arial"/>
              </a:defRPr>
            </a:lvl5pPr>
            <a:lvl6pPr indent="0" lvl="5" marL="0" algn="r">
              <a:spcBef>
                <a:spcPts val="0"/>
              </a:spcBef>
              <a:buNone/>
              <a:defRPr b="0" i="0" sz="1200" u="none" cap="none" strike="noStrike">
                <a:solidFill>
                  <a:srgbClr val="000000"/>
                </a:solidFill>
                <a:latin typeface="Arial"/>
                <a:ea typeface="Arial"/>
                <a:cs typeface="Arial"/>
                <a:sym typeface="Arial"/>
              </a:defRPr>
            </a:lvl6pPr>
            <a:lvl7pPr indent="0" lvl="6" marL="0" algn="r">
              <a:spcBef>
                <a:spcPts val="0"/>
              </a:spcBef>
              <a:buNone/>
              <a:defRPr b="0" i="0" sz="1200" u="none" cap="none" strike="noStrike">
                <a:solidFill>
                  <a:srgbClr val="000000"/>
                </a:solidFill>
                <a:latin typeface="Arial"/>
                <a:ea typeface="Arial"/>
                <a:cs typeface="Arial"/>
                <a:sym typeface="Arial"/>
              </a:defRPr>
            </a:lvl7pPr>
            <a:lvl8pPr indent="0" lvl="7" marL="0" algn="r">
              <a:spcBef>
                <a:spcPts val="0"/>
              </a:spcBef>
              <a:buNone/>
              <a:defRPr b="0" i="0" sz="1200" u="none" cap="none" strike="noStrike">
                <a:solidFill>
                  <a:srgbClr val="000000"/>
                </a:solidFill>
                <a:latin typeface="Arial"/>
                <a:ea typeface="Arial"/>
                <a:cs typeface="Arial"/>
                <a:sym typeface="Arial"/>
              </a:defRPr>
            </a:lvl8pPr>
            <a:lvl9pPr indent="0" lvl="8" marL="0" algn="r">
              <a:spcBef>
                <a:spcPts val="0"/>
              </a:spcBef>
              <a:buNone/>
              <a:defRPr b="0" i="0" sz="12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2" type="sldNum"/>
          </p:nvPr>
        </p:nvSpPr>
        <p:spPr>
          <a:xfrm>
            <a:off x="8339168" y="6356350"/>
            <a:ext cx="59757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0000"/>
                </a:solidFill>
                <a:latin typeface="Arial"/>
                <a:ea typeface="Arial"/>
                <a:cs typeface="Arial"/>
                <a:sym typeface="Arial"/>
              </a:defRPr>
            </a:lvl1pPr>
            <a:lvl2pPr indent="0" lvl="1" marL="0" algn="r">
              <a:spcBef>
                <a:spcPts val="0"/>
              </a:spcBef>
              <a:buNone/>
              <a:defRPr b="0" i="0" sz="1200" u="none" cap="none" strike="noStrike">
                <a:solidFill>
                  <a:srgbClr val="000000"/>
                </a:solidFill>
                <a:latin typeface="Arial"/>
                <a:ea typeface="Arial"/>
                <a:cs typeface="Arial"/>
                <a:sym typeface="Arial"/>
              </a:defRPr>
            </a:lvl2pPr>
            <a:lvl3pPr indent="0" lvl="2" marL="0" algn="r">
              <a:spcBef>
                <a:spcPts val="0"/>
              </a:spcBef>
              <a:buNone/>
              <a:defRPr b="0" i="0" sz="1200" u="none" cap="none" strike="noStrike">
                <a:solidFill>
                  <a:srgbClr val="000000"/>
                </a:solidFill>
                <a:latin typeface="Arial"/>
                <a:ea typeface="Arial"/>
                <a:cs typeface="Arial"/>
                <a:sym typeface="Arial"/>
              </a:defRPr>
            </a:lvl3pPr>
            <a:lvl4pPr indent="0" lvl="3" marL="0" algn="r">
              <a:spcBef>
                <a:spcPts val="0"/>
              </a:spcBef>
              <a:buNone/>
              <a:defRPr b="0" i="0" sz="1200" u="none" cap="none" strike="noStrike">
                <a:solidFill>
                  <a:srgbClr val="000000"/>
                </a:solidFill>
                <a:latin typeface="Arial"/>
                <a:ea typeface="Arial"/>
                <a:cs typeface="Arial"/>
                <a:sym typeface="Arial"/>
              </a:defRPr>
            </a:lvl4pPr>
            <a:lvl5pPr indent="0" lvl="4" marL="0" algn="r">
              <a:spcBef>
                <a:spcPts val="0"/>
              </a:spcBef>
              <a:buNone/>
              <a:defRPr b="0" i="0" sz="1200" u="none" cap="none" strike="noStrike">
                <a:solidFill>
                  <a:srgbClr val="000000"/>
                </a:solidFill>
                <a:latin typeface="Arial"/>
                <a:ea typeface="Arial"/>
                <a:cs typeface="Arial"/>
                <a:sym typeface="Arial"/>
              </a:defRPr>
            </a:lvl5pPr>
            <a:lvl6pPr indent="0" lvl="5" marL="0" algn="r">
              <a:spcBef>
                <a:spcPts val="0"/>
              </a:spcBef>
              <a:buNone/>
              <a:defRPr b="0" i="0" sz="1200" u="none" cap="none" strike="noStrike">
                <a:solidFill>
                  <a:srgbClr val="000000"/>
                </a:solidFill>
                <a:latin typeface="Arial"/>
                <a:ea typeface="Arial"/>
                <a:cs typeface="Arial"/>
                <a:sym typeface="Arial"/>
              </a:defRPr>
            </a:lvl6pPr>
            <a:lvl7pPr indent="0" lvl="6" marL="0" algn="r">
              <a:spcBef>
                <a:spcPts val="0"/>
              </a:spcBef>
              <a:buNone/>
              <a:defRPr b="0" i="0" sz="1200" u="none" cap="none" strike="noStrike">
                <a:solidFill>
                  <a:srgbClr val="000000"/>
                </a:solidFill>
                <a:latin typeface="Arial"/>
                <a:ea typeface="Arial"/>
                <a:cs typeface="Arial"/>
                <a:sym typeface="Arial"/>
              </a:defRPr>
            </a:lvl7pPr>
            <a:lvl8pPr indent="0" lvl="7" marL="0" algn="r">
              <a:spcBef>
                <a:spcPts val="0"/>
              </a:spcBef>
              <a:buNone/>
              <a:defRPr b="0" i="0" sz="1200" u="none" cap="none" strike="noStrike">
                <a:solidFill>
                  <a:srgbClr val="000000"/>
                </a:solidFill>
                <a:latin typeface="Arial"/>
                <a:ea typeface="Arial"/>
                <a:cs typeface="Arial"/>
                <a:sym typeface="Arial"/>
              </a:defRPr>
            </a:lvl8pPr>
            <a:lvl9pPr indent="0" lvl="8" marL="0" algn="r">
              <a:spcBef>
                <a:spcPts val="0"/>
              </a:spcBef>
              <a:buNone/>
              <a:defRPr b="0" i="0" sz="12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1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atin typeface="Arial"/>
                <a:ea typeface="Arial"/>
                <a:cs typeface="Arial"/>
                <a:sym typeface="Arial"/>
              </a:defRPr>
            </a:lvl1pPr>
            <a:lvl2pPr indent="-406400" lvl="1" marL="914400" algn="l">
              <a:spcBef>
                <a:spcPts val="560"/>
              </a:spcBef>
              <a:spcAft>
                <a:spcPts val="0"/>
              </a:spcAft>
              <a:buClr>
                <a:schemeClr val="dk1"/>
              </a:buClr>
              <a:buSzPts val="2800"/>
              <a:buChar char="–"/>
              <a:defRPr sz="2800">
                <a:latin typeface="Arial"/>
                <a:ea typeface="Arial"/>
                <a:cs typeface="Arial"/>
                <a:sym typeface="Arial"/>
              </a:defRPr>
            </a:lvl2pPr>
            <a:lvl3pPr indent="-381000" lvl="2" marL="1371600" algn="l">
              <a:spcBef>
                <a:spcPts val="480"/>
              </a:spcBef>
              <a:spcAft>
                <a:spcPts val="0"/>
              </a:spcAft>
              <a:buClr>
                <a:schemeClr val="dk1"/>
              </a:buClr>
              <a:buSzPts val="2400"/>
              <a:buChar char="•"/>
              <a:defRPr sz="2400">
                <a:latin typeface="Arial"/>
                <a:ea typeface="Arial"/>
                <a:cs typeface="Arial"/>
                <a:sym typeface="Arial"/>
              </a:defRPr>
            </a:lvl3pPr>
            <a:lvl4pPr indent="-355600" lvl="3" marL="1828800" algn="l">
              <a:spcBef>
                <a:spcPts val="400"/>
              </a:spcBef>
              <a:spcAft>
                <a:spcPts val="0"/>
              </a:spcAft>
              <a:buClr>
                <a:schemeClr val="dk1"/>
              </a:buClr>
              <a:buSzPts val="2000"/>
              <a:buChar char="–"/>
              <a:defRPr sz="2000">
                <a:latin typeface="Arial"/>
                <a:ea typeface="Arial"/>
                <a:cs typeface="Arial"/>
                <a:sym typeface="Arial"/>
              </a:defRPr>
            </a:lvl4pPr>
            <a:lvl5pPr indent="-355600" lvl="4" marL="2286000" algn="l">
              <a:spcBef>
                <a:spcPts val="400"/>
              </a:spcBef>
              <a:spcAft>
                <a:spcPts val="0"/>
              </a:spcAft>
              <a:buClr>
                <a:schemeClr val="dk1"/>
              </a:buClr>
              <a:buSzPts val="2000"/>
              <a:buChar char="»"/>
              <a:defRPr sz="2000">
                <a:latin typeface="Arial"/>
                <a:ea typeface="Arial"/>
                <a:cs typeface="Arial"/>
                <a:sym typeface="Arial"/>
              </a:defRPr>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5" name="Google Shape;65;p1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atin typeface="Arial"/>
                <a:ea typeface="Arial"/>
                <a:cs typeface="Arial"/>
                <a:sym typeface="Arial"/>
              </a:defRPr>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6" name="Google Shape;66;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idx="12" type="sldNum"/>
          </p:nvPr>
        </p:nvSpPr>
        <p:spPr>
          <a:xfrm>
            <a:off x="8339168" y="6356350"/>
            <a:ext cx="59757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0000"/>
                </a:solidFill>
                <a:latin typeface="Arial"/>
                <a:ea typeface="Arial"/>
                <a:cs typeface="Arial"/>
                <a:sym typeface="Arial"/>
              </a:defRPr>
            </a:lvl1pPr>
            <a:lvl2pPr indent="0" lvl="1" marL="0" algn="r">
              <a:spcBef>
                <a:spcPts val="0"/>
              </a:spcBef>
              <a:buNone/>
              <a:defRPr b="0" i="0" sz="1200" u="none" cap="none" strike="noStrike">
                <a:solidFill>
                  <a:srgbClr val="000000"/>
                </a:solidFill>
                <a:latin typeface="Arial"/>
                <a:ea typeface="Arial"/>
                <a:cs typeface="Arial"/>
                <a:sym typeface="Arial"/>
              </a:defRPr>
            </a:lvl2pPr>
            <a:lvl3pPr indent="0" lvl="2" marL="0" algn="r">
              <a:spcBef>
                <a:spcPts val="0"/>
              </a:spcBef>
              <a:buNone/>
              <a:defRPr b="0" i="0" sz="1200" u="none" cap="none" strike="noStrike">
                <a:solidFill>
                  <a:srgbClr val="000000"/>
                </a:solidFill>
                <a:latin typeface="Arial"/>
                <a:ea typeface="Arial"/>
                <a:cs typeface="Arial"/>
                <a:sym typeface="Arial"/>
              </a:defRPr>
            </a:lvl3pPr>
            <a:lvl4pPr indent="0" lvl="3" marL="0" algn="r">
              <a:spcBef>
                <a:spcPts val="0"/>
              </a:spcBef>
              <a:buNone/>
              <a:defRPr b="0" i="0" sz="1200" u="none" cap="none" strike="noStrike">
                <a:solidFill>
                  <a:srgbClr val="000000"/>
                </a:solidFill>
                <a:latin typeface="Arial"/>
                <a:ea typeface="Arial"/>
                <a:cs typeface="Arial"/>
                <a:sym typeface="Arial"/>
              </a:defRPr>
            </a:lvl4pPr>
            <a:lvl5pPr indent="0" lvl="4" marL="0" algn="r">
              <a:spcBef>
                <a:spcPts val="0"/>
              </a:spcBef>
              <a:buNone/>
              <a:defRPr b="0" i="0" sz="1200" u="none" cap="none" strike="noStrike">
                <a:solidFill>
                  <a:srgbClr val="000000"/>
                </a:solidFill>
                <a:latin typeface="Arial"/>
                <a:ea typeface="Arial"/>
                <a:cs typeface="Arial"/>
                <a:sym typeface="Arial"/>
              </a:defRPr>
            </a:lvl5pPr>
            <a:lvl6pPr indent="0" lvl="5" marL="0" algn="r">
              <a:spcBef>
                <a:spcPts val="0"/>
              </a:spcBef>
              <a:buNone/>
              <a:defRPr b="0" i="0" sz="1200" u="none" cap="none" strike="noStrike">
                <a:solidFill>
                  <a:srgbClr val="000000"/>
                </a:solidFill>
                <a:latin typeface="Arial"/>
                <a:ea typeface="Arial"/>
                <a:cs typeface="Arial"/>
                <a:sym typeface="Arial"/>
              </a:defRPr>
            </a:lvl6pPr>
            <a:lvl7pPr indent="0" lvl="6" marL="0" algn="r">
              <a:spcBef>
                <a:spcPts val="0"/>
              </a:spcBef>
              <a:buNone/>
              <a:defRPr b="0" i="0" sz="1200" u="none" cap="none" strike="noStrike">
                <a:solidFill>
                  <a:srgbClr val="000000"/>
                </a:solidFill>
                <a:latin typeface="Arial"/>
                <a:ea typeface="Arial"/>
                <a:cs typeface="Arial"/>
                <a:sym typeface="Arial"/>
              </a:defRPr>
            </a:lvl7pPr>
            <a:lvl8pPr indent="0" lvl="7" marL="0" algn="r">
              <a:spcBef>
                <a:spcPts val="0"/>
              </a:spcBef>
              <a:buNone/>
              <a:defRPr b="0" i="0" sz="1200" u="none" cap="none" strike="noStrike">
                <a:solidFill>
                  <a:srgbClr val="000000"/>
                </a:solidFill>
                <a:latin typeface="Arial"/>
                <a:ea typeface="Arial"/>
                <a:cs typeface="Arial"/>
                <a:sym typeface="Arial"/>
              </a:defRPr>
            </a:lvl8pPr>
            <a:lvl9pPr indent="0" lvl="8" marL="0" algn="r">
              <a:spcBef>
                <a:spcPts val="0"/>
              </a:spcBef>
              <a:buNone/>
              <a:defRPr b="0" i="0" sz="12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1"/>
          <p:cNvSpPr/>
          <p:nvPr>
            <p:ph idx="2" type="pic"/>
          </p:nvPr>
        </p:nvSpPr>
        <p:spPr>
          <a:xfrm>
            <a:off x="1792288" y="612775"/>
            <a:ext cx="5486400" cy="4114800"/>
          </a:xfrm>
          <a:prstGeom prst="rect">
            <a:avLst/>
          </a:prstGeom>
          <a:noFill/>
          <a:ln>
            <a:noFill/>
          </a:ln>
        </p:spPr>
      </p:sp>
      <p:sp>
        <p:nvSpPr>
          <p:cNvPr id="72" name="Google Shape;72;p1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atin typeface="Arial"/>
                <a:ea typeface="Arial"/>
                <a:cs typeface="Arial"/>
                <a:sym typeface="Arial"/>
              </a:defRPr>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3" name="Google Shape;73;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1"/>
          <p:cNvSpPr txBox="1"/>
          <p:nvPr>
            <p:ph idx="12" type="sldNum"/>
          </p:nvPr>
        </p:nvSpPr>
        <p:spPr>
          <a:xfrm>
            <a:off x="8339168" y="6356350"/>
            <a:ext cx="59757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0000"/>
                </a:solidFill>
                <a:latin typeface="Arial"/>
                <a:ea typeface="Arial"/>
                <a:cs typeface="Arial"/>
                <a:sym typeface="Arial"/>
              </a:defRPr>
            </a:lvl1pPr>
            <a:lvl2pPr indent="0" lvl="1" marL="0" algn="r">
              <a:spcBef>
                <a:spcPts val="0"/>
              </a:spcBef>
              <a:buNone/>
              <a:defRPr b="0" i="0" sz="1200" u="none" cap="none" strike="noStrike">
                <a:solidFill>
                  <a:srgbClr val="000000"/>
                </a:solidFill>
                <a:latin typeface="Arial"/>
                <a:ea typeface="Arial"/>
                <a:cs typeface="Arial"/>
                <a:sym typeface="Arial"/>
              </a:defRPr>
            </a:lvl2pPr>
            <a:lvl3pPr indent="0" lvl="2" marL="0" algn="r">
              <a:spcBef>
                <a:spcPts val="0"/>
              </a:spcBef>
              <a:buNone/>
              <a:defRPr b="0" i="0" sz="1200" u="none" cap="none" strike="noStrike">
                <a:solidFill>
                  <a:srgbClr val="000000"/>
                </a:solidFill>
                <a:latin typeface="Arial"/>
                <a:ea typeface="Arial"/>
                <a:cs typeface="Arial"/>
                <a:sym typeface="Arial"/>
              </a:defRPr>
            </a:lvl3pPr>
            <a:lvl4pPr indent="0" lvl="3" marL="0" algn="r">
              <a:spcBef>
                <a:spcPts val="0"/>
              </a:spcBef>
              <a:buNone/>
              <a:defRPr b="0" i="0" sz="1200" u="none" cap="none" strike="noStrike">
                <a:solidFill>
                  <a:srgbClr val="000000"/>
                </a:solidFill>
                <a:latin typeface="Arial"/>
                <a:ea typeface="Arial"/>
                <a:cs typeface="Arial"/>
                <a:sym typeface="Arial"/>
              </a:defRPr>
            </a:lvl4pPr>
            <a:lvl5pPr indent="0" lvl="4" marL="0" algn="r">
              <a:spcBef>
                <a:spcPts val="0"/>
              </a:spcBef>
              <a:buNone/>
              <a:defRPr b="0" i="0" sz="1200" u="none" cap="none" strike="noStrike">
                <a:solidFill>
                  <a:srgbClr val="000000"/>
                </a:solidFill>
                <a:latin typeface="Arial"/>
                <a:ea typeface="Arial"/>
                <a:cs typeface="Arial"/>
                <a:sym typeface="Arial"/>
              </a:defRPr>
            </a:lvl5pPr>
            <a:lvl6pPr indent="0" lvl="5" marL="0" algn="r">
              <a:spcBef>
                <a:spcPts val="0"/>
              </a:spcBef>
              <a:buNone/>
              <a:defRPr b="0" i="0" sz="1200" u="none" cap="none" strike="noStrike">
                <a:solidFill>
                  <a:srgbClr val="000000"/>
                </a:solidFill>
                <a:latin typeface="Arial"/>
                <a:ea typeface="Arial"/>
                <a:cs typeface="Arial"/>
                <a:sym typeface="Arial"/>
              </a:defRPr>
            </a:lvl6pPr>
            <a:lvl7pPr indent="0" lvl="6" marL="0" algn="r">
              <a:spcBef>
                <a:spcPts val="0"/>
              </a:spcBef>
              <a:buNone/>
              <a:defRPr b="0" i="0" sz="1200" u="none" cap="none" strike="noStrike">
                <a:solidFill>
                  <a:srgbClr val="000000"/>
                </a:solidFill>
                <a:latin typeface="Arial"/>
                <a:ea typeface="Arial"/>
                <a:cs typeface="Arial"/>
                <a:sym typeface="Arial"/>
              </a:defRPr>
            </a:lvl7pPr>
            <a:lvl8pPr indent="0" lvl="7" marL="0" algn="r">
              <a:spcBef>
                <a:spcPts val="0"/>
              </a:spcBef>
              <a:buNone/>
              <a:defRPr b="0" i="0" sz="1200" u="none" cap="none" strike="noStrike">
                <a:solidFill>
                  <a:srgbClr val="000000"/>
                </a:solidFill>
                <a:latin typeface="Arial"/>
                <a:ea typeface="Arial"/>
                <a:cs typeface="Arial"/>
                <a:sym typeface="Arial"/>
              </a:defRPr>
            </a:lvl8pPr>
            <a:lvl9pPr indent="0" lvl="8" marL="0" algn="r">
              <a:spcBef>
                <a:spcPts val="0"/>
              </a:spcBef>
              <a:buNone/>
              <a:defRPr b="0" i="0" sz="12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a:latin typeface="Arial"/>
                <a:ea typeface="Arial"/>
                <a:cs typeface="Arial"/>
                <a:sym typeface="Arial"/>
              </a:defRPr>
            </a:lvl1pPr>
            <a:lvl2pPr indent="-406400" lvl="1" marL="914400" algn="l">
              <a:spcBef>
                <a:spcPts val="560"/>
              </a:spcBef>
              <a:spcAft>
                <a:spcPts val="0"/>
              </a:spcAft>
              <a:buClr>
                <a:schemeClr val="dk1"/>
              </a:buClr>
              <a:buSzPts val="2800"/>
              <a:buChar char="–"/>
              <a:defRPr>
                <a:latin typeface="Arial"/>
                <a:ea typeface="Arial"/>
                <a:cs typeface="Arial"/>
                <a:sym typeface="Arial"/>
              </a:defRPr>
            </a:lvl2pPr>
            <a:lvl3pPr indent="-381000" lvl="2" marL="1371600" algn="l">
              <a:spcBef>
                <a:spcPts val="480"/>
              </a:spcBef>
              <a:spcAft>
                <a:spcPts val="0"/>
              </a:spcAft>
              <a:buClr>
                <a:schemeClr val="dk1"/>
              </a:buClr>
              <a:buSzPts val="2400"/>
              <a:buChar char="•"/>
              <a:defRPr>
                <a:latin typeface="Arial"/>
                <a:ea typeface="Arial"/>
                <a:cs typeface="Arial"/>
                <a:sym typeface="Arial"/>
              </a:defRPr>
            </a:lvl3pPr>
            <a:lvl4pPr indent="-355600" lvl="3" marL="1828800" algn="l">
              <a:spcBef>
                <a:spcPts val="400"/>
              </a:spcBef>
              <a:spcAft>
                <a:spcPts val="0"/>
              </a:spcAft>
              <a:buClr>
                <a:schemeClr val="dk1"/>
              </a:buClr>
              <a:buSzPts val="2000"/>
              <a:buChar char="–"/>
              <a:defRPr>
                <a:latin typeface="Arial"/>
                <a:ea typeface="Arial"/>
                <a:cs typeface="Arial"/>
                <a:sym typeface="Arial"/>
              </a:defRPr>
            </a:lvl4pPr>
            <a:lvl5pPr indent="-355600" lvl="4" marL="2286000" algn="l">
              <a:spcBef>
                <a:spcPts val="400"/>
              </a:spcBef>
              <a:spcAft>
                <a:spcPts val="0"/>
              </a:spcAft>
              <a:buClr>
                <a:schemeClr val="dk1"/>
              </a:buClr>
              <a:buSzPts val="2000"/>
              <a:buChar char="»"/>
              <a:defRPr>
                <a:latin typeface="Arial"/>
                <a:ea typeface="Arial"/>
                <a:cs typeface="Arial"/>
                <a:sym typeface="Aria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9" name="Google Shape;79;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2"/>
          <p:cNvSpPr txBox="1"/>
          <p:nvPr>
            <p:ph idx="12" type="sldNum"/>
          </p:nvPr>
        </p:nvSpPr>
        <p:spPr>
          <a:xfrm>
            <a:off x="8339168" y="6356350"/>
            <a:ext cx="59757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0000"/>
                </a:solidFill>
                <a:latin typeface="Arial"/>
                <a:ea typeface="Arial"/>
                <a:cs typeface="Arial"/>
                <a:sym typeface="Arial"/>
              </a:defRPr>
            </a:lvl1pPr>
            <a:lvl2pPr indent="0" lvl="1" marL="0" algn="r">
              <a:spcBef>
                <a:spcPts val="0"/>
              </a:spcBef>
              <a:buNone/>
              <a:defRPr b="0" i="0" sz="1200" u="none" cap="none" strike="noStrike">
                <a:solidFill>
                  <a:srgbClr val="000000"/>
                </a:solidFill>
                <a:latin typeface="Arial"/>
                <a:ea typeface="Arial"/>
                <a:cs typeface="Arial"/>
                <a:sym typeface="Arial"/>
              </a:defRPr>
            </a:lvl2pPr>
            <a:lvl3pPr indent="0" lvl="2" marL="0" algn="r">
              <a:spcBef>
                <a:spcPts val="0"/>
              </a:spcBef>
              <a:buNone/>
              <a:defRPr b="0" i="0" sz="1200" u="none" cap="none" strike="noStrike">
                <a:solidFill>
                  <a:srgbClr val="000000"/>
                </a:solidFill>
                <a:latin typeface="Arial"/>
                <a:ea typeface="Arial"/>
                <a:cs typeface="Arial"/>
                <a:sym typeface="Arial"/>
              </a:defRPr>
            </a:lvl3pPr>
            <a:lvl4pPr indent="0" lvl="3" marL="0" algn="r">
              <a:spcBef>
                <a:spcPts val="0"/>
              </a:spcBef>
              <a:buNone/>
              <a:defRPr b="0" i="0" sz="1200" u="none" cap="none" strike="noStrike">
                <a:solidFill>
                  <a:srgbClr val="000000"/>
                </a:solidFill>
                <a:latin typeface="Arial"/>
                <a:ea typeface="Arial"/>
                <a:cs typeface="Arial"/>
                <a:sym typeface="Arial"/>
              </a:defRPr>
            </a:lvl4pPr>
            <a:lvl5pPr indent="0" lvl="4" marL="0" algn="r">
              <a:spcBef>
                <a:spcPts val="0"/>
              </a:spcBef>
              <a:buNone/>
              <a:defRPr b="0" i="0" sz="1200" u="none" cap="none" strike="noStrike">
                <a:solidFill>
                  <a:srgbClr val="000000"/>
                </a:solidFill>
                <a:latin typeface="Arial"/>
                <a:ea typeface="Arial"/>
                <a:cs typeface="Arial"/>
                <a:sym typeface="Arial"/>
              </a:defRPr>
            </a:lvl5pPr>
            <a:lvl6pPr indent="0" lvl="5" marL="0" algn="r">
              <a:spcBef>
                <a:spcPts val="0"/>
              </a:spcBef>
              <a:buNone/>
              <a:defRPr b="0" i="0" sz="1200" u="none" cap="none" strike="noStrike">
                <a:solidFill>
                  <a:srgbClr val="000000"/>
                </a:solidFill>
                <a:latin typeface="Arial"/>
                <a:ea typeface="Arial"/>
                <a:cs typeface="Arial"/>
                <a:sym typeface="Arial"/>
              </a:defRPr>
            </a:lvl6pPr>
            <a:lvl7pPr indent="0" lvl="6" marL="0" algn="r">
              <a:spcBef>
                <a:spcPts val="0"/>
              </a:spcBef>
              <a:buNone/>
              <a:defRPr b="0" i="0" sz="1200" u="none" cap="none" strike="noStrike">
                <a:solidFill>
                  <a:srgbClr val="000000"/>
                </a:solidFill>
                <a:latin typeface="Arial"/>
                <a:ea typeface="Arial"/>
                <a:cs typeface="Arial"/>
                <a:sym typeface="Arial"/>
              </a:defRPr>
            </a:lvl7pPr>
            <a:lvl8pPr indent="0" lvl="7" marL="0" algn="r">
              <a:spcBef>
                <a:spcPts val="0"/>
              </a:spcBef>
              <a:buNone/>
              <a:defRPr b="0" i="0" sz="1200" u="none" cap="none" strike="noStrike">
                <a:solidFill>
                  <a:srgbClr val="000000"/>
                </a:solidFill>
                <a:latin typeface="Arial"/>
                <a:ea typeface="Arial"/>
                <a:cs typeface="Arial"/>
                <a:sym typeface="Arial"/>
              </a:defRPr>
            </a:lvl8pPr>
            <a:lvl9pPr indent="0" lvl="8" marL="0" algn="r">
              <a:spcBef>
                <a:spcPts val="0"/>
              </a:spcBef>
              <a:buNone/>
              <a:defRPr b="0" i="0" sz="12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81" name="Google Shape;81;p12"/>
          <p:cNvSpPr txBox="1"/>
          <p:nvPr/>
        </p:nvSpPr>
        <p:spPr>
          <a:xfrm>
            <a:off x="3136197" y="-406080"/>
            <a:ext cx="1846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1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a:latin typeface="Arial"/>
                <a:ea typeface="Arial"/>
                <a:cs typeface="Arial"/>
                <a:sym typeface="Arial"/>
              </a:defRPr>
            </a:lvl1pPr>
            <a:lvl2pPr indent="-406400" lvl="1" marL="914400" algn="l">
              <a:spcBef>
                <a:spcPts val="560"/>
              </a:spcBef>
              <a:spcAft>
                <a:spcPts val="0"/>
              </a:spcAft>
              <a:buClr>
                <a:schemeClr val="dk1"/>
              </a:buClr>
              <a:buSzPts val="2800"/>
              <a:buChar char="–"/>
              <a:defRPr>
                <a:latin typeface="Arial"/>
                <a:ea typeface="Arial"/>
                <a:cs typeface="Arial"/>
                <a:sym typeface="Arial"/>
              </a:defRPr>
            </a:lvl2pPr>
            <a:lvl3pPr indent="-381000" lvl="2" marL="1371600" algn="l">
              <a:spcBef>
                <a:spcPts val="480"/>
              </a:spcBef>
              <a:spcAft>
                <a:spcPts val="0"/>
              </a:spcAft>
              <a:buClr>
                <a:schemeClr val="dk1"/>
              </a:buClr>
              <a:buSzPts val="2400"/>
              <a:buChar char="•"/>
              <a:defRPr>
                <a:latin typeface="Arial"/>
                <a:ea typeface="Arial"/>
                <a:cs typeface="Arial"/>
                <a:sym typeface="Arial"/>
              </a:defRPr>
            </a:lvl3pPr>
            <a:lvl4pPr indent="-355600" lvl="3" marL="1828800" algn="l">
              <a:spcBef>
                <a:spcPts val="400"/>
              </a:spcBef>
              <a:spcAft>
                <a:spcPts val="0"/>
              </a:spcAft>
              <a:buClr>
                <a:schemeClr val="dk1"/>
              </a:buClr>
              <a:buSzPts val="2000"/>
              <a:buChar char="–"/>
              <a:defRPr>
                <a:latin typeface="Arial"/>
                <a:ea typeface="Arial"/>
                <a:cs typeface="Arial"/>
                <a:sym typeface="Arial"/>
              </a:defRPr>
            </a:lvl4pPr>
            <a:lvl5pPr indent="-355600" lvl="4" marL="2286000" algn="l">
              <a:spcBef>
                <a:spcPts val="400"/>
              </a:spcBef>
              <a:spcAft>
                <a:spcPts val="0"/>
              </a:spcAft>
              <a:buClr>
                <a:schemeClr val="dk1"/>
              </a:buClr>
              <a:buSzPts val="2000"/>
              <a:buChar char="»"/>
              <a:defRPr>
                <a:latin typeface="Arial"/>
                <a:ea typeface="Arial"/>
                <a:cs typeface="Arial"/>
                <a:sym typeface="Aria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6" name="Google Shape;86;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
          <p:cNvSpPr txBox="1"/>
          <p:nvPr>
            <p:ph idx="12" type="sldNum"/>
          </p:nvPr>
        </p:nvSpPr>
        <p:spPr>
          <a:xfrm>
            <a:off x="8339168" y="6356350"/>
            <a:ext cx="59757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000000"/>
                </a:solidFill>
                <a:latin typeface="Arial"/>
                <a:ea typeface="Arial"/>
                <a:cs typeface="Arial"/>
                <a:sym typeface="Arial"/>
              </a:defRPr>
            </a:lvl1pPr>
            <a:lvl2pPr indent="0" lvl="1" marL="0" algn="r">
              <a:spcBef>
                <a:spcPts val="0"/>
              </a:spcBef>
              <a:buNone/>
              <a:defRPr sz="1200">
                <a:solidFill>
                  <a:srgbClr val="000000"/>
                </a:solidFill>
                <a:latin typeface="Arial"/>
                <a:ea typeface="Arial"/>
                <a:cs typeface="Arial"/>
                <a:sym typeface="Arial"/>
              </a:defRPr>
            </a:lvl2pPr>
            <a:lvl3pPr indent="0" lvl="2" marL="0" algn="r">
              <a:spcBef>
                <a:spcPts val="0"/>
              </a:spcBef>
              <a:buNone/>
              <a:defRPr sz="1200">
                <a:solidFill>
                  <a:srgbClr val="000000"/>
                </a:solidFill>
                <a:latin typeface="Arial"/>
                <a:ea typeface="Arial"/>
                <a:cs typeface="Arial"/>
                <a:sym typeface="Arial"/>
              </a:defRPr>
            </a:lvl3pPr>
            <a:lvl4pPr indent="0" lvl="3" marL="0" algn="r">
              <a:spcBef>
                <a:spcPts val="0"/>
              </a:spcBef>
              <a:buNone/>
              <a:defRPr sz="1200">
                <a:solidFill>
                  <a:srgbClr val="000000"/>
                </a:solidFill>
                <a:latin typeface="Arial"/>
                <a:ea typeface="Arial"/>
                <a:cs typeface="Arial"/>
                <a:sym typeface="Arial"/>
              </a:defRPr>
            </a:lvl4pPr>
            <a:lvl5pPr indent="0" lvl="4" marL="0" algn="r">
              <a:spcBef>
                <a:spcPts val="0"/>
              </a:spcBef>
              <a:buNone/>
              <a:defRPr sz="1200">
                <a:solidFill>
                  <a:srgbClr val="000000"/>
                </a:solidFill>
                <a:latin typeface="Arial"/>
                <a:ea typeface="Arial"/>
                <a:cs typeface="Arial"/>
                <a:sym typeface="Arial"/>
              </a:defRPr>
            </a:lvl5pPr>
            <a:lvl6pPr indent="0" lvl="5" marL="0" algn="r">
              <a:spcBef>
                <a:spcPts val="0"/>
              </a:spcBef>
              <a:buNone/>
              <a:defRPr sz="1200">
                <a:solidFill>
                  <a:srgbClr val="000000"/>
                </a:solidFill>
                <a:latin typeface="Arial"/>
                <a:ea typeface="Arial"/>
                <a:cs typeface="Arial"/>
                <a:sym typeface="Arial"/>
              </a:defRPr>
            </a:lvl6pPr>
            <a:lvl7pPr indent="0" lvl="6" marL="0" algn="r">
              <a:spcBef>
                <a:spcPts val="0"/>
              </a:spcBef>
              <a:buNone/>
              <a:defRPr sz="1200">
                <a:solidFill>
                  <a:srgbClr val="000000"/>
                </a:solidFill>
                <a:latin typeface="Arial"/>
                <a:ea typeface="Arial"/>
                <a:cs typeface="Arial"/>
                <a:sym typeface="Arial"/>
              </a:defRPr>
            </a:lvl7pPr>
            <a:lvl8pPr indent="0" lvl="7" marL="0" algn="r">
              <a:spcBef>
                <a:spcPts val="0"/>
              </a:spcBef>
              <a:buNone/>
              <a:defRPr sz="1200">
                <a:solidFill>
                  <a:srgbClr val="000000"/>
                </a:solidFill>
                <a:latin typeface="Arial"/>
                <a:ea typeface="Arial"/>
                <a:cs typeface="Arial"/>
                <a:sym typeface="Arial"/>
              </a:defRPr>
            </a:lvl8pPr>
            <a:lvl9pPr indent="0" lvl="8" marL="0" algn="r">
              <a:spcBef>
                <a:spcPts val="0"/>
              </a:spcBef>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88" name="Google Shape;8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0" y="0"/>
            <a:ext cx="9144000" cy="6858000"/>
          </a:xfrm>
          <a:prstGeom prst="rect">
            <a:avLst/>
          </a:prstGeom>
          <a:noFill/>
          <a:ln>
            <a:noFill/>
          </a:ln>
        </p:spPr>
      </p:pic>
      <p:sp>
        <p:nvSpPr>
          <p:cNvPr id="11" name="Google Shape;11;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 name="Google Shape;13;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
          <p:cNvSpPr txBox="1"/>
          <p:nvPr>
            <p:ph idx="12" type="sldNum"/>
          </p:nvPr>
        </p:nvSpPr>
        <p:spPr>
          <a:xfrm>
            <a:off x="8339168" y="6356350"/>
            <a:ext cx="597573"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000000"/>
                </a:solidFill>
                <a:latin typeface="Arial"/>
                <a:ea typeface="Arial"/>
                <a:cs typeface="Arial"/>
                <a:sym typeface="Arial"/>
              </a:defRPr>
            </a:lvl1pPr>
            <a:lvl2pPr indent="0" lvl="1" marL="0" marR="0" rtl="0" algn="r">
              <a:spcBef>
                <a:spcPts val="0"/>
              </a:spcBef>
              <a:buNone/>
              <a:defRPr b="0" i="0" sz="1200" u="none" cap="none" strike="noStrike">
                <a:solidFill>
                  <a:srgbClr val="000000"/>
                </a:solidFill>
                <a:latin typeface="Arial"/>
                <a:ea typeface="Arial"/>
                <a:cs typeface="Arial"/>
                <a:sym typeface="Arial"/>
              </a:defRPr>
            </a:lvl2pPr>
            <a:lvl3pPr indent="0" lvl="2" marL="0" marR="0" rtl="0" algn="r">
              <a:spcBef>
                <a:spcPts val="0"/>
              </a:spcBef>
              <a:buNone/>
              <a:defRPr b="0" i="0" sz="1200" u="none" cap="none" strike="noStrike">
                <a:solidFill>
                  <a:srgbClr val="000000"/>
                </a:solidFill>
                <a:latin typeface="Arial"/>
                <a:ea typeface="Arial"/>
                <a:cs typeface="Arial"/>
                <a:sym typeface="Arial"/>
              </a:defRPr>
            </a:lvl3pPr>
            <a:lvl4pPr indent="0" lvl="3" marL="0" marR="0" rtl="0" algn="r">
              <a:spcBef>
                <a:spcPts val="0"/>
              </a:spcBef>
              <a:buNone/>
              <a:defRPr b="0" i="0" sz="1200" u="none" cap="none" strike="noStrike">
                <a:solidFill>
                  <a:srgbClr val="000000"/>
                </a:solidFill>
                <a:latin typeface="Arial"/>
                <a:ea typeface="Arial"/>
                <a:cs typeface="Arial"/>
                <a:sym typeface="Arial"/>
              </a:defRPr>
            </a:lvl4pPr>
            <a:lvl5pPr indent="0" lvl="4" marL="0" marR="0" rtl="0" algn="r">
              <a:spcBef>
                <a:spcPts val="0"/>
              </a:spcBef>
              <a:buNone/>
              <a:defRPr b="0" i="0" sz="1200" u="none" cap="none" strike="noStrike">
                <a:solidFill>
                  <a:srgbClr val="000000"/>
                </a:solidFill>
                <a:latin typeface="Arial"/>
                <a:ea typeface="Arial"/>
                <a:cs typeface="Arial"/>
                <a:sym typeface="Arial"/>
              </a:defRPr>
            </a:lvl5pPr>
            <a:lvl6pPr indent="0" lvl="5" marL="0" marR="0" rtl="0" algn="r">
              <a:spcBef>
                <a:spcPts val="0"/>
              </a:spcBef>
              <a:buNone/>
              <a:defRPr b="0" i="0" sz="1200" u="none" cap="none" strike="noStrike">
                <a:solidFill>
                  <a:srgbClr val="000000"/>
                </a:solidFill>
                <a:latin typeface="Arial"/>
                <a:ea typeface="Arial"/>
                <a:cs typeface="Arial"/>
                <a:sym typeface="Arial"/>
              </a:defRPr>
            </a:lvl6pPr>
            <a:lvl7pPr indent="0" lvl="6" marL="0" marR="0" rtl="0" algn="r">
              <a:spcBef>
                <a:spcPts val="0"/>
              </a:spcBef>
              <a:buNone/>
              <a:defRPr b="0" i="0" sz="1200" u="none" cap="none" strike="noStrike">
                <a:solidFill>
                  <a:srgbClr val="000000"/>
                </a:solidFill>
                <a:latin typeface="Arial"/>
                <a:ea typeface="Arial"/>
                <a:cs typeface="Arial"/>
                <a:sym typeface="Arial"/>
              </a:defRPr>
            </a:lvl7pPr>
            <a:lvl8pPr indent="0" lvl="7" marL="0" marR="0" rtl="0" algn="r">
              <a:spcBef>
                <a:spcPts val="0"/>
              </a:spcBef>
              <a:buNone/>
              <a:defRPr b="0" i="0" sz="1200" u="none" cap="none" strike="noStrike">
                <a:solidFill>
                  <a:srgbClr val="000000"/>
                </a:solidFill>
                <a:latin typeface="Arial"/>
                <a:ea typeface="Arial"/>
                <a:cs typeface="Arial"/>
                <a:sym typeface="Arial"/>
              </a:defRPr>
            </a:lvl8pPr>
            <a:lvl9pPr indent="0" lvl="8" marL="0" marR="0" rtl="0" algn="r">
              <a:spcBef>
                <a:spcPts val="0"/>
              </a:spcBef>
              <a:buNone/>
              <a:defRPr b="0" i="0" sz="12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4"/>
          <p:cNvPicPr preferRelativeResize="0"/>
          <p:nvPr/>
        </p:nvPicPr>
        <p:blipFill rotWithShape="1">
          <a:blip r:embed="rId3">
            <a:alphaModFix/>
          </a:blip>
          <a:srcRect b="0" l="0" r="0" t="0"/>
          <a:stretch/>
        </p:blipFill>
        <p:spPr>
          <a:xfrm>
            <a:off x="0" y="0"/>
            <a:ext cx="9144002" cy="6858001"/>
          </a:xfrm>
          <a:prstGeom prst="rect">
            <a:avLst/>
          </a:prstGeom>
          <a:noFill/>
          <a:ln>
            <a:noFill/>
          </a:ln>
        </p:spPr>
      </p:pic>
      <p:sp>
        <p:nvSpPr>
          <p:cNvPr id="94" name="Google Shape;94;p14"/>
          <p:cNvSpPr txBox="1"/>
          <p:nvPr/>
        </p:nvSpPr>
        <p:spPr>
          <a:xfrm>
            <a:off x="1832097" y="2118329"/>
            <a:ext cx="61920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US" sz="3000">
                <a:solidFill>
                  <a:schemeClr val="dk1"/>
                </a:solidFill>
              </a:rPr>
              <a:t>Robustness of Arithmetic LLMs</a:t>
            </a:r>
            <a:endParaRPr b="1" sz="3000">
              <a:solidFill>
                <a:schemeClr val="dk1"/>
              </a:solidFill>
            </a:endParaRPr>
          </a:p>
          <a:p>
            <a:pPr indent="0" lvl="0" marL="0" rtl="0" algn="ctr">
              <a:spcBef>
                <a:spcPts val="0"/>
              </a:spcBef>
              <a:spcAft>
                <a:spcPts val="0"/>
              </a:spcAft>
              <a:buNone/>
            </a:pPr>
            <a:r>
              <a:rPr b="1" lang="en-US" sz="3000">
                <a:solidFill>
                  <a:schemeClr val="dk1"/>
                </a:solidFill>
              </a:rPr>
              <a:t>Under Out-of-Distribution Inputs</a:t>
            </a:r>
            <a:endParaRPr b="1" sz="3000">
              <a:solidFill>
                <a:schemeClr val="dk1"/>
              </a:solidFill>
            </a:endParaRPr>
          </a:p>
        </p:txBody>
      </p:sp>
      <p:sp>
        <p:nvSpPr>
          <p:cNvPr id="95" name="Google Shape;95;p14"/>
          <p:cNvSpPr txBox="1"/>
          <p:nvPr/>
        </p:nvSpPr>
        <p:spPr>
          <a:xfrm>
            <a:off x="5499597" y="4359979"/>
            <a:ext cx="2524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Yihao Wang</a:t>
            </a:r>
            <a:endParaRPr sz="2400">
              <a:solidFill>
                <a:schemeClr val="dk1"/>
              </a:solidFill>
            </a:endParaRPr>
          </a:p>
        </p:txBody>
      </p:sp>
      <p:sp>
        <p:nvSpPr>
          <p:cNvPr id="96" name="Google Shape;96;p14"/>
          <p:cNvSpPr txBox="1"/>
          <p:nvPr/>
        </p:nvSpPr>
        <p:spPr>
          <a:xfrm>
            <a:off x="2348997" y="3256347"/>
            <a:ext cx="5675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600">
                <a:solidFill>
                  <a:srgbClr val="666666"/>
                </a:solidFill>
              </a:rPr>
              <a:t>The Role of LoRA Rank in Robustness–Efficiency Trade-offs</a:t>
            </a:r>
            <a:endParaRPr i="1" sz="1600">
              <a:solidFill>
                <a:srgbClr val="66666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idx="12" type="sldNum"/>
          </p:nvPr>
        </p:nvSpPr>
        <p:spPr>
          <a:xfrm>
            <a:off x="8339168" y="6356350"/>
            <a:ext cx="597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03" name="Google Shape;103;p15"/>
          <p:cNvSpPr txBox="1"/>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3600">
                <a:latin typeface="Calibri"/>
                <a:ea typeface="Calibri"/>
                <a:cs typeface="Calibri"/>
                <a:sym typeface="Calibri"/>
              </a:rPr>
              <a:t>General Introduction</a:t>
            </a:r>
            <a:endParaRPr b="1" sz="3600">
              <a:solidFill>
                <a:srgbClr val="000000"/>
              </a:solidFill>
              <a:latin typeface="Calibri"/>
              <a:ea typeface="Calibri"/>
              <a:cs typeface="Calibri"/>
              <a:sym typeface="Calibri"/>
            </a:endParaRPr>
          </a:p>
        </p:txBody>
      </p:sp>
      <p:sp>
        <p:nvSpPr>
          <p:cNvPr id="104" name="Google Shape;104;p15"/>
          <p:cNvSpPr txBox="1"/>
          <p:nvPr/>
        </p:nvSpPr>
        <p:spPr>
          <a:xfrm>
            <a:off x="457200" y="1620078"/>
            <a:ext cx="8229600" cy="452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2000">
                <a:solidFill>
                  <a:srgbClr val="000000"/>
                </a:solidFill>
                <a:latin typeface="Calibri"/>
                <a:ea typeface="Calibri"/>
                <a:cs typeface="Calibri"/>
                <a:sym typeface="Calibri"/>
              </a:rPr>
              <a:t>Project track:</a:t>
            </a:r>
            <a:r>
              <a:rPr lang="en-US" sz="2000">
                <a:solidFill>
                  <a:srgbClr val="000000"/>
                </a:solidFill>
                <a:latin typeface="Calibri"/>
                <a:ea typeface="Calibri"/>
                <a:cs typeface="Calibri"/>
                <a:sym typeface="Calibri"/>
              </a:rPr>
              <a:t> Arithmetic LLM</a:t>
            </a:r>
            <a:endParaRPr sz="2000">
              <a:solidFill>
                <a:srgbClr val="000000"/>
              </a:solidFill>
              <a:latin typeface="Calibri"/>
              <a:ea typeface="Calibri"/>
              <a:cs typeface="Calibri"/>
              <a:sym typeface="Calibri"/>
            </a:endParaRPr>
          </a:p>
          <a:p>
            <a:pPr indent="0" lvl="0" marL="0" rtl="0" algn="l">
              <a:spcBef>
                <a:spcPts val="0"/>
              </a:spcBef>
              <a:spcAft>
                <a:spcPts val="0"/>
              </a:spcAft>
              <a:buNone/>
            </a:pPr>
            <a:r>
              <a:t/>
            </a:r>
            <a:endParaRPr sz="2000">
              <a:latin typeface="Calibri"/>
              <a:ea typeface="Calibri"/>
              <a:cs typeface="Calibri"/>
              <a:sym typeface="Calibri"/>
            </a:endParaRPr>
          </a:p>
          <a:p>
            <a:pPr indent="0" lvl="0" marL="0" rtl="0" algn="l">
              <a:spcBef>
                <a:spcPts val="0"/>
              </a:spcBef>
              <a:spcAft>
                <a:spcPts val="0"/>
              </a:spcAft>
              <a:buNone/>
            </a:pPr>
            <a:r>
              <a:rPr b="1" lang="en-US" sz="2000">
                <a:solidFill>
                  <a:srgbClr val="000000"/>
                </a:solidFill>
                <a:latin typeface="Calibri"/>
                <a:ea typeface="Calibri"/>
                <a:cs typeface="Calibri"/>
                <a:sym typeface="Calibri"/>
              </a:rPr>
              <a:t>Research question:</a:t>
            </a:r>
            <a:r>
              <a:rPr lang="en-US" sz="2000">
                <a:solidFill>
                  <a:srgbClr val="000000"/>
                </a:solidFill>
                <a:latin typeface="Calibri"/>
                <a:ea typeface="Calibri"/>
                <a:cs typeface="Calibri"/>
                <a:sym typeface="Calibri"/>
              </a:rPr>
              <a:t> </a:t>
            </a:r>
            <a:endParaRPr sz="2000">
              <a:solidFill>
                <a:srgbClr val="000000"/>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At what point does the Arithmetic LLM’s reasoning degrade under systematic out-of-distribution inputs?</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How does LoRA rank influence robustness–efficiency trade-offs?</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latin typeface="Calibri"/>
              <a:ea typeface="Calibri"/>
              <a:cs typeface="Calibri"/>
              <a:sym typeface="Calibri"/>
            </a:endParaRPr>
          </a:p>
          <a:p>
            <a:pPr indent="0" lvl="0" marL="0" rtl="0" algn="l">
              <a:spcBef>
                <a:spcPts val="640"/>
              </a:spcBef>
              <a:spcAft>
                <a:spcPts val="0"/>
              </a:spcAft>
              <a:buNone/>
            </a:pPr>
            <a:r>
              <a:rPr b="1" lang="en-US" sz="2000">
                <a:latin typeface="Calibri"/>
                <a:ea typeface="Calibri"/>
                <a:cs typeface="Calibri"/>
                <a:sym typeface="Calibri"/>
              </a:rPr>
              <a:t>Base workflow: </a:t>
            </a:r>
            <a:r>
              <a:rPr lang="en-US" sz="2000">
                <a:latin typeface="Calibri"/>
                <a:ea typeface="Calibri"/>
                <a:cs typeface="Calibri"/>
                <a:sym typeface="Calibri"/>
              </a:rPr>
              <a:t>foundational training </a:t>
            </a:r>
            <a:r>
              <a:rPr lang="en-US" sz="2000"/>
              <a:t>→</a:t>
            </a:r>
            <a:r>
              <a:rPr lang="en-US" sz="2000">
                <a:latin typeface="Calibri"/>
                <a:ea typeface="Calibri"/>
                <a:cs typeface="Calibri"/>
                <a:sym typeface="Calibri"/>
              </a:rPr>
              <a:t> instruction tuning </a:t>
            </a:r>
            <a:r>
              <a:rPr lang="en-US" sz="2000"/>
              <a:t>→ LoRA fine-tunin</a:t>
            </a:r>
            <a:r>
              <a:rPr lang="en-US" sz="2000">
                <a:solidFill>
                  <a:schemeClr val="dk1"/>
                </a:solidFill>
                <a:latin typeface="Calibri"/>
                <a:ea typeface="Calibri"/>
                <a:cs typeface="Calibri"/>
                <a:sym typeface="Calibri"/>
              </a:rPr>
              <a:t>g</a:t>
            </a:r>
            <a:endParaRPr sz="2000">
              <a:solidFill>
                <a:schemeClr val="dk1"/>
              </a:solidFill>
              <a:latin typeface="Calibri"/>
              <a:ea typeface="Calibri"/>
              <a:cs typeface="Calibri"/>
              <a:sym typeface="Calibri"/>
            </a:endParaRPr>
          </a:p>
          <a:p>
            <a:pPr indent="0" lvl="0" marL="0" rtl="0" algn="l">
              <a:spcBef>
                <a:spcPts val="640"/>
              </a:spcBef>
              <a:spcAft>
                <a:spcPts val="0"/>
              </a:spcAft>
              <a:buNone/>
            </a:pPr>
            <a:r>
              <a:t/>
            </a:r>
            <a:endParaRPr sz="2000">
              <a:solidFill>
                <a:schemeClr val="dk1"/>
              </a:solidFill>
              <a:latin typeface="Calibri"/>
              <a:ea typeface="Calibri"/>
              <a:cs typeface="Calibri"/>
              <a:sym typeface="Calibri"/>
            </a:endParaRPr>
          </a:p>
          <a:p>
            <a:pPr indent="0" lvl="0" marL="0" rtl="0" algn="l">
              <a:spcBef>
                <a:spcPts val="640"/>
              </a:spcBef>
              <a:spcAft>
                <a:spcPts val="0"/>
              </a:spcAft>
              <a:buClr>
                <a:schemeClr val="dk1"/>
              </a:buClr>
              <a:buSzPts val="1100"/>
              <a:buFont typeface="Arial"/>
              <a:buNone/>
            </a:pPr>
            <a:r>
              <a:rPr b="1" lang="en-US" sz="2000">
                <a:solidFill>
                  <a:schemeClr val="dk1"/>
                </a:solidFill>
                <a:latin typeface="Calibri"/>
                <a:ea typeface="Calibri"/>
                <a:cs typeface="Calibri"/>
                <a:sym typeface="Calibri"/>
              </a:rPr>
              <a:t>Motivation: </a:t>
            </a:r>
            <a:r>
              <a:rPr lang="en-US" sz="2000">
                <a:solidFill>
                  <a:schemeClr val="dk1"/>
                </a:solidFill>
                <a:latin typeface="Calibri"/>
                <a:ea typeface="Calibri"/>
                <a:cs typeface="Calibri"/>
                <a:sym typeface="Calibri"/>
              </a:rPr>
              <a:t>This project aims to evaluate whether arithmetic reasoning in small models is robust under distribution shift and to determine whether parameter-efficient fine-tuning improves generalization.</a:t>
            </a:r>
            <a:endParaRPr sz="2000">
              <a:solidFill>
                <a:schemeClr val="dk1"/>
              </a:solidFill>
              <a:latin typeface="Calibri"/>
              <a:ea typeface="Calibri"/>
              <a:cs typeface="Calibri"/>
              <a:sym typeface="Calibri"/>
            </a:endParaRPr>
          </a:p>
          <a:p>
            <a:pPr indent="0" lvl="0" marL="203200" rtl="0" algn="l">
              <a:spcBef>
                <a:spcPts val="640"/>
              </a:spcBef>
              <a:spcAft>
                <a:spcPts val="0"/>
              </a:spcAft>
              <a:buNone/>
            </a:pPr>
            <a:r>
              <a:t/>
            </a:r>
            <a:endParaRPr sz="2000">
              <a:latin typeface="Calibri"/>
              <a:ea typeface="Calibri"/>
              <a:cs typeface="Calibri"/>
              <a:sym typeface="Calibri"/>
            </a:endParaRPr>
          </a:p>
        </p:txBody>
      </p:sp>
      <p:pic>
        <p:nvPicPr>
          <p:cNvPr id="105" name="Google Shape;105;p15"/>
          <p:cNvPicPr preferRelativeResize="0"/>
          <p:nvPr/>
        </p:nvPicPr>
        <p:blipFill>
          <a:blip r:embed="rId3">
            <a:alphaModFix/>
          </a:blip>
          <a:stretch>
            <a:fillRect/>
          </a:stretch>
        </p:blipFill>
        <p:spPr>
          <a:xfrm>
            <a:off x="102700" y="1248675"/>
            <a:ext cx="8839200" cy="1364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idx="12" type="sldNum"/>
          </p:nvPr>
        </p:nvSpPr>
        <p:spPr>
          <a:xfrm>
            <a:off x="8339168" y="6356350"/>
            <a:ext cx="5975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1" name="Google Shape;111;p16"/>
          <p:cNvSpPr/>
          <p:nvPr/>
        </p:nvSpPr>
        <p:spPr>
          <a:xfrm>
            <a:off x="4825900" y="2276150"/>
            <a:ext cx="3488700" cy="17940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2" name="Google Shape;112;p16"/>
          <p:cNvSpPr/>
          <p:nvPr/>
        </p:nvSpPr>
        <p:spPr>
          <a:xfrm>
            <a:off x="251801" y="2352251"/>
            <a:ext cx="3190500" cy="15699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3" name="Google Shape;113;p16"/>
          <p:cNvSpPr txBox="1"/>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3600">
                <a:solidFill>
                  <a:srgbClr val="000000"/>
                </a:solidFill>
                <a:latin typeface="Calibri"/>
                <a:ea typeface="Calibri"/>
                <a:cs typeface="Calibri"/>
                <a:sym typeface="Calibri"/>
              </a:rPr>
              <a:t>Method Overview</a:t>
            </a:r>
            <a:endParaRPr b="1" sz="3600">
              <a:solidFill>
                <a:srgbClr val="000000"/>
              </a:solidFill>
              <a:latin typeface="Calibri"/>
              <a:ea typeface="Calibri"/>
              <a:cs typeface="Calibri"/>
              <a:sym typeface="Calibri"/>
            </a:endParaRPr>
          </a:p>
        </p:txBody>
      </p:sp>
      <p:sp>
        <p:nvSpPr>
          <p:cNvPr id="114" name="Google Shape;114;p16"/>
          <p:cNvSpPr txBox="1"/>
          <p:nvPr/>
        </p:nvSpPr>
        <p:spPr>
          <a:xfrm>
            <a:off x="291526" y="1407701"/>
            <a:ext cx="22761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solidFill>
                  <a:srgbClr val="4F81BD"/>
                </a:solidFill>
                <a:latin typeface="Calibri"/>
                <a:ea typeface="Calibri"/>
                <a:cs typeface="Calibri"/>
                <a:sym typeface="Calibri"/>
              </a:rPr>
              <a:t>Training distribution</a:t>
            </a:r>
            <a:endParaRPr b="1" sz="2400">
              <a:solidFill>
                <a:srgbClr val="4F81BD"/>
              </a:solidFill>
              <a:latin typeface="Calibri"/>
              <a:ea typeface="Calibri"/>
              <a:cs typeface="Calibri"/>
              <a:sym typeface="Calibri"/>
            </a:endParaRPr>
          </a:p>
        </p:txBody>
      </p:sp>
      <p:sp>
        <p:nvSpPr>
          <p:cNvPr id="115" name="Google Shape;115;p16"/>
          <p:cNvSpPr txBox="1"/>
          <p:nvPr/>
        </p:nvSpPr>
        <p:spPr>
          <a:xfrm>
            <a:off x="251801" y="2352251"/>
            <a:ext cx="3488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rgbClr val="000000"/>
                </a:solidFill>
                <a:latin typeface="Calibri"/>
                <a:ea typeface="Calibri"/>
                <a:cs typeface="Calibri"/>
                <a:sym typeface="Calibri"/>
              </a:rPr>
              <a:t>Synthetic arithmetic expression</a:t>
            </a:r>
            <a:endParaRPr sz="1800">
              <a:solidFill>
                <a:srgbClr val="000000"/>
              </a:solidFill>
              <a:latin typeface="Calibri"/>
              <a:ea typeface="Calibri"/>
              <a:cs typeface="Calibri"/>
              <a:sym typeface="Calibri"/>
            </a:endParaRPr>
          </a:p>
          <a:p>
            <a:pPr indent="-342900" lvl="0" marL="457200" rtl="0" algn="l">
              <a:spcBef>
                <a:spcPts val="0"/>
              </a:spcBef>
              <a:spcAft>
                <a:spcPts val="0"/>
              </a:spcAft>
              <a:buClr>
                <a:srgbClr val="000000"/>
              </a:buClr>
              <a:buSzPts val="1800"/>
              <a:buFont typeface="Calibri"/>
              <a:buChar char="●"/>
            </a:pPr>
            <a:r>
              <a:rPr lang="en-US" sz="1800">
                <a:solidFill>
                  <a:srgbClr val="000000"/>
                </a:solidFill>
                <a:latin typeface="Calibri"/>
                <a:ea typeface="Calibri"/>
                <a:cs typeface="Calibri"/>
                <a:sym typeface="Calibri"/>
              </a:rPr>
              <a:t>max depth = 4</a:t>
            </a:r>
            <a:endParaRPr sz="1800">
              <a:solidFill>
                <a:srgbClr val="000000"/>
              </a:solidFill>
              <a:latin typeface="Calibri"/>
              <a:ea typeface="Calibri"/>
              <a:cs typeface="Calibri"/>
              <a:sym typeface="Calibri"/>
            </a:endParaRPr>
          </a:p>
          <a:p>
            <a:pPr indent="-342900" lvl="0" marL="457200" rtl="0" algn="l">
              <a:spcBef>
                <a:spcPts val="0"/>
              </a:spcBef>
              <a:spcAft>
                <a:spcPts val="0"/>
              </a:spcAft>
              <a:buClr>
                <a:srgbClr val="000000"/>
              </a:buClr>
              <a:buSzPts val="1800"/>
              <a:buFont typeface="Calibri"/>
              <a:buChar char="●"/>
            </a:pPr>
            <a:r>
              <a:rPr lang="en-US" sz="1800">
                <a:solidFill>
                  <a:srgbClr val="000000"/>
                </a:solidFill>
                <a:latin typeface="Calibri"/>
                <a:ea typeface="Calibri"/>
                <a:cs typeface="Calibri"/>
                <a:sym typeface="Calibri"/>
              </a:rPr>
              <a:t>number range 1 - 20</a:t>
            </a:r>
            <a:endParaRPr sz="1800">
              <a:solidFill>
                <a:srgbClr val="000000"/>
              </a:solidFill>
              <a:latin typeface="Calibri"/>
              <a:ea typeface="Calibri"/>
              <a:cs typeface="Calibri"/>
              <a:sym typeface="Calibri"/>
            </a:endParaRPr>
          </a:p>
          <a:p>
            <a:pPr indent="-342900" lvl="0" marL="457200" rtl="0" algn="l">
              <a:spcBef>
                <a:spcPts val="0"/>
              </a:spcBef>
              <a:spcAft>
                <a:spcPts val="0"/>
              </a:spcAft>
              <a:buClr>
                <a:srgbClr val="000000"/>
              </a:buClr>
              <a:buSzPts val="1800"/>
              <a:buFont typeface="Calibri"/>
              <a:buChar char="●"/>
            </a:pPr>
            <a:r>
              <a:rPr lang="en-US" sz="1800">
                <a:solidFill>
                  <a:srgbClr val="000000"/>
                </a:solidFill>
                <a:latin typeface="Calibri"/>
                <a:ea typeface="Calibri"/>
                <a:cs typeface="Calibri"/>
                <a:sym typeface="Calibri"/>
              </a:rPr>
              <a:t>instruction format with step-by-step reasoning</a:t>
            </a:r>
            <a:endParaRPr sz="1800">
              <a:solidFill>
                <a:srgbClr val="000000"/>
              </a:solidFill>
              <a:latin typeface="Calibri"/>
              <a:ea typeface="Calibri"/>
              <a:cs typeface="Calibri"/>
              <a:sym typeface="Calibri"/>
            </a:endParaRPr>
          </a:p>
        </p:txBody>
      </p:sp>
      <p:pic>
        <p:nvPicPr>
          <p:cNvPr id="116" name="Google Shape;116;p16"/>
          <p:cNvPicPr preferRelativeResize="0"/>
          <p:nvPr/>
        </p:nvPicPr>
        <p:blipFill>
          <a:blip r:embed="rId3">
            <a:alphaModFix/>
          </a:blip>
          <a:stretch>
            <a:fillRect/>
          </a:stretch>
        </p:blipFill>
        <p:spPr>
          <a:xfrm>
            <a:off x="3815013" y="2827494"/>
            <a:ext cx="638175" cy="638175"/>
          </a:xfrm>
          <a:prstGeom prst="rect">
            <a:avLst/>
          </a:prstGeom>
          <a:noFill/>
          <a:ln>
            <a:noFill/>
          </a:ln>
        </p:spPr>
      </p:pic>
      <p:sp>
        <p:nvSpPr>
          <p:cNvPr id="117" name="Google Shape;117;p16"/>
          <p:cNvSpPr txBox="1"/>
          <p:nvPr/>
        </p:nvSpPr>
        <p:spPr>
          <a:xfrm>
            <a:off x="4946333" y="1656189"/>
            <a:ext cx="2276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solidFill>
                  <a:srgbClr val="4F81BD"/>
                </a:solidFill>
                <a:latin typeface="Calibri"/>
                <a:ea typeface="Calibri"/>
                <a:cs typeface="Calibri"/>
                <a:sym typeface="Calibri"/>
              </a:rPr>
              <a:t>OOD tests</a:t>
            </a:r>
            <a:endParaRPr b="1" sz="2400">
              <a:solidFill>
                <a:srgbClr val="4F81BD"/>
              </a:solidFill>
              <a:latin typeface="Calibri"/>
              <a:ea typeface="Calibri"/>
              <a:cs typeface="Calibri"/>
              <a:sym typeface="Calibri"/>
            </a:endParaRPr>
          </a:p>
        </p:txBody>
      </p:sp>
      <p:sp>
        <p:nvSpPr>
          <p:cNvPr id="118" name="Google Shape;118;p16"/>
          <p:cNvSpPr txBox="1"/>
          <p:nvPr/>
        </p:nvSpPr>
        <p:spPr>
          <a:xfrm>
            <a:off x="4976150" y="2223042"/>
            <a:ext cx="3488700" cy="1847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000000"/>
              </a:buClr>
              <a:buSzPts val="1800"/>
              <a:buFont typeface="Calibri"/>
              <a:buAutoNum type="arabicParenR"/>
            </a:pPr>
            <a:r>
              <a:rPr lang="en-US" sz="1800">
                <a:solidFill>
                  <a:srgbClr val="000000"/>
                </a:solidFill>
                <a:latin typeface="Calibri"/>
                <a:ea typeface="Calibri"/>
                <a:cs typeface="Calibri"/>
                <a:sym typeface="Calibri"/>
              </a:rPr>
              <a:t>Deeper expressions</a:t>
            </a:r>
            <a:endParaRPr sz="1800">
              <a:solidFill>
                <a:srgbClr val="000000"/>
              </a:solidFill>
              <a:latin typeface="Calibri"/>
              <a:ea typeface="Calibri"/>
              <a:cs typeface="Calibri"/>
              <a:sym typeface="Calibri"/>
            </a:endParaRPr>
          </a:p>
          <a:p>
            <a:pPr indent="-342900" lvl="0" marL="457200" rtl="0" algn="l">
              <a:spcBef>
                <a:spcPts val="0"/>
              </a:spcBef>
              <a:spcAft>
                <a:spcPts val="0"/>
              </a:spcAft>
              <a:buClr>
                <a:srgbClr val="000000"/>
              </a:buClr>
              <a:buSzPts val="1800"/>
              <a:buFont typeface="Calibri"/>
              <a:buChar char="●"/>
            </a:pPr>
            <a:r>
              <a:rPr lang="en-US" sz="1800">
                <a:solidFill>
                  <a:srgbClr val="000000"/>
                </a:solidFill>
                <a:latin typeface="Calibri"/>
                <a:ea typeface="Calibri"/>
                <a:cs typeface="Calibri"/>
                <a:sym typeface="Calibri"/>
              </a:rPr>
              <a:t>max depth = 6</a:t>
            </a:r>
            <a:endParaRPr sz="1800">
              <a:solidFill>
                <a:srgbClr val="000000"/>
              </a:solidFill>
              <a:latin typeface="Calibri"/>
              <a:ea typeface="Calibri"/>
              <a:cs typeface="Calibri"/>
              <a:sym typeface="Calibri"/>
            </a:endParaRPr>
          </a:p>
          <a:p>
            <a:pPr indent="-342900" lvl="0" marL="457200" rtl="0" algn="l">
              <a:spcBef>
                <a:spcPts val="0"/>
              </a:spcBef>
              <a:spcAft>
                <a:spcPts val="0"/>
              </a:spcAft>
              <a:buClr>
                <a:srgbClr val="000000"/>
              </a:buClr>
              <a:buSzPts val="1800"/>
              <a:buFont typeface="Calibri"/>
              <a:buChar char="●"/>
            </a:pPr>
            <a:r>
              <a:rPr lang="en-US" sz="1800">
                <a:solidFill>
                  <a:srgbClr val="000000"/>
                </a:solidFill>
                <a:latin typeface="Calibri"/>
                <a:ea typeface="Calibri"/>
                <a:cs typeface="Calibri"/>
                <a:sym typeface="Calibri"/>
              </a:rPr>
              <a:t>max depth = 8</a:t>
            </a:r>
            <a:endParaRPr sz="1800">
              <a:solidFill>
                <a:srgbClr val="000000"/>
              </a:solidFill>
              <a:latin typeface="Calibri"/>
              <a:ea typeface="Calibri"/>
              <a:cs typeface="Calibri"/>
              <a:sym typeface="Calibri"/>
            </a:endParaRPr>
          </a:p>
          <a:p>
            <a:pPr indent="-342900" lvl="0" marL="457200" rtl="0" algn="l">
              <a:spcBef>
                <a:spcPts val="0"/>
              </a:spcBef>
              <a:spcAft>
                <a:spcPts val="0"/>
              </a:spcAft>
              <a:buClr>
                <a:srgbClr val="000000"/>
              </a:buClr>
              <a:buSzPts val="1800"/>
              <a:buFont typeface="Calibri"/>
              <a:buAutoNum type="arabicParenR"/>
            </a:pPr>
            <a:r>
              <a:rPr lang="en-US" sz="1800">
                <a:solidFill>
                  <a:srgbClr val="000000"/>
                </a:solidFill>
                <a:latin typeface="Calibri"/>
                <a:ea typeface="Calibri"/>
                <a:cs typeface="Calibri"/>
                <a:sym typeface="Calibri"/>
              </a:rPr>
              <a:t>Larger numbers</a:t>
            </a:r>
            <a:endParaRPr sz="1800">
              <a:solidFill>
                <a:srgbClr val="000000"/>
              </a:solidFill>
              <a:latin typeface="Calibri"/>
              <a:ea typeface="Calibri"/>
              <a:cs typeface="Calibri"/>
              <a:sym typeface="Calibri"/>
            </a:endParaRPr>
          </a:p>
          <a:p>
            <a:pPr indent="-342900" lvl="0" marL="457200" rtl="0" algn="l">
              <a:spcBef>
                <a:spcPts val="0"/>
              </a:spcBef>
              <a:spcAft>
                <a:spcPts val="0"/>
              </a:spcAft>
              <a:buClr>
                <a:srgbClr val="000000"/>
              </a:buClr>
              <a:buSzPts val="1800"/>
              <a:buFont typeface="Calibri"/>
              <a:buChar char="●"/>
            </a:pPr>
            <a:r>
              <a:rPr lang="en-US" sz="1800">
                <a:solidFill>
                  <a:srgbClr val="000000"/>
                </a:solidFill>
                <a:latin typeface="Calibri"/>
                <a:ea typeface="Calibri"/>
                <a:cs typeface="Calibri"/>
                <a:sym typeface="Calibri"/>
              </a:rPr>
              <a:t>range 1 - 50</a:t>
            </a:r>
            <a:endParaRPr sz="1800">
              <a:solidFill>
                <a:srgbClr val="000000"/>
              </a:solidFill>
              <a:latin typeface="Calibri"/>
              <a:ea typeface="Calibri"/>
              <a:cs typeface="Calibri"/>
              <a:sym typeface="Calibri"/>
            </a:endParaRPr>
          </a:p>
          <a:p>
            <a:pPr indent="-342900" lvl="0" marL="457200" rtl="0" algn="l">
              <a:spcBef>
                <a:spcPts val="0"/>
              </a:spcBef>
              <a:spcAft>
                <a:spcPts val="0"/>
              </a:spcAft>
              <a:buClr>
                <a:srgbClr val="000000"/>
              </a:buClr>
              <a:buSzPts val="1800"/>
              <a:buFont typeface="Calibri"/>
              <a:buChar char="●"/>
            </a:pPr>
            <a:r>
              <a:rPr lang="en-US" sz="1800">
                <a:solidFill>
                  <a:srgbClr val="000000"/>
                </a:solidFill>
                <a:latin typeface="Calibri"/>
                <a:ea typeface="Calibri"/>
                <a:cs typeface="Calibri"/>
                <a:sym typeface="Calibri"/>
              </a:rPr>
              <a:t>range 1 - 100</a:t>
            </a:r>
            <a:endParaRPr sz="1800">
              <a:solidFill>
                <a:srgbClr val="000000"/>
              </a:solidFill>
              <a:latin typeface="Calibri"/>
              <a:ea typeface="Calibri"/>
              <a:cs typeface="Calibri"/>
              <a:sym typeface="Calibri"/>
            </a:endParaRPr>
          </a:p>
        </p:txBody>
      </p:sp>
      <p:pic>
        <p:nvPicPr>
          <p:cNvPr id="119" name="Google Shape;119;p16"/>
          <p:cNvPicPr preferRelativeResize="0"/>
          <p:nvPr/>
        </p:nvPicPr>
        <p:blipFill>
          <a:blip r:embed="rId4">
            <a:alphaModFix/>
          </a:blip>
          <a:stretch>
            <a:fillRect/>
          </a:stretch>
        </p:blipFill>
        <p:spPr>
          <a:xfrm>
            <a:off x="102700" y="1248675"/>
            <a:ext cx="8839200" cy="13641"/>
          </a:xfrm>
          <a:prstGeom prst="rect">
            <a:avLst/>
          </a:prstGeom>
          <a:noFill/>
          <a:ln>
            <a:noFill/>
          </a:ln>
        </p:spPr>
      </p:pic>
      <p:sp>
        <p:nvSpPr>
          <p:cNvPr id="120" name="Google Shape;120;p16"/>
          <p:cNvSpPr txBox="1"/>
          <p:nvPr/>
        </p:nvSpPr>
        <p:spPr>
          <a:xfrm>
            <a:off x="291525" y="4323184"/>
            <a:ext cx="2872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solidFill>
                  <a:srgbClr val="4F81BD"/>
                </a:solidFill>
                <a:latin typeface="Calibri"/>
                <a:ea typeface="Calibri"/>
                <a:cs typeface="Calibri"/>
                <a:sym typeface="Calibri"/>
              </a:rPr>
              <a:t>Evaluation metrics</a:t>
            </a:r>
            <a:endParaRPr b="1" sz="2400">
              <a:solidFill>
                <a:srgbClr val="4F81BD"/>
              </a:solidFill>
              <a:latin typeface="Calibri"/>
              <a:ea typeface="Calibri"/>
              <a:cs typeface="Calibri"/>
              <a:sym typeface="Calibri"/>
            </a:endParaRPr>
          </a:p>
        </p:txBody>
      </p:sp>
      <p:sp>
        <p:nvSpPr>
          <p:cNvPr id="121" name="Google Shape;121;p16"/>
          <p:cNvSpPr txBox="1"/>
          <p:nvPr/>
        </p:nvSpPr>
        <p:spPr>
          <a:xfrm>
            <a:off x="251800" y="4777393"/>
            <a:ext cx="57249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000000"/>
              </a:buClr>
              <a:buSzPts val="1800"/>
              <a:buFont typeface="Calibri"/>
              <a:buChar char="●"/>
            </a:pPr>
            <a:r>
              <a:rPr lang="en-US" sz="1800">
                <a:solidFill>
                  <a:srgbClr val="000000"/>
                </a:solidFill>
                <a:latin typeface="Calibri"/>
                <a:ea typeface="Calibri"/>
                <a:cs typeface="Calibri"/>
                <a:sym typeface="Calibri"/>
              </a:rPr>
              <a:t>Exact-match accuracy (main metric)</a:t>
            </a:r>
            <a:endParaRPr sz="1800">
              <a:solidFill>
                <a:srgbClr val="000000"/>
              </a:solidFill>
              <a:latin typeface="Calibri"/>
              <a:ea typeface="Calibri"/>
              <a:cs typeface="Calibri"/>
              <a:sym typeface="Calibri"/>
            </a:endParaRPr>
          </a:p>
          <a:p>
            <a:pPr indent="-342900" lvl="0" marL="457200" rtl="0" algn="l">
              <a:spcBef>
                <a:spcPts val="0"/>
              </a:spcBef>
              <a:spcAft>
                <a:spcPts val="0"/>
              </a:spcAft>
              <a:buClr>
                <a:srgbClr val="000000"/>
              </a:buClr>
              <a:buSzPts val="1800"/>
              <a:buFont typeface="Calibri"/>
              <a:buChar char="●"/>
            </a:pPr>
            <a:r>
              <a:rPr lang="en-US" sz="1800">
                <a:solidFill>
                  <a:srgbClr val="000000"/>
                </a:solidFill>
                <a:latin typeface="Calibri"/>
                <a:ea typeface="Calibri"/>
                <a:cs typeface="Calibri"/>
                <a:sym typeface="Calibri"/>
              </a:rPr>
              <a:t>Inference speed</a:t>
            </a:r>
            <a:endParaRPr sz="1800">
              <a:solidFill>
                <a:srgbClr val="000000"/>
              </a:solidFill>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solidFill>
                  <a:schemeClr val="dk1"/>
                </a:solidFill>
                <a:latin typeface="Calibri"/>
                <a:ea typeface="Calibri"/>
                <a:cs typeface="Calibri"/>
                <a:sym typeface="Calibri"/>
              </a:rPr>
              <a:t>Parse success rate</a:t>
            </a:r>
            <a:endParaRPr sz="1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7"/>
          <p:cNvSpPr txBox="1"/>
          <p:nvPr>
            <p:ph idx="12" type="sldNum"/>
          </p:nvPr>
        </p:nvSpPr>
        <p:spPr>
          <a:xfrm>
            <a:off x="8339168" y="6356350"/>
            <a:ext cx="597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28" name="Google Shape;128;p17"/>
          <p:cNvPicPr preferRelativeResize="0"/>
          <p:nvPr/>
        </p:nvPicPr>
        <p:blipFill>
          <a:blip r:embed="rId3">
            <a:alphaModFix/>
          </a:blip>
          <a:stretch>
            <a:fillRect/>
          </a:stretch>
        </p:blipFill>
        <p:spPr>
          <a:xfrm>
            <a:off x="102700" y="1248675"/>
            <a:ext cx="8839200" cy="13641"/>
          </a:xfrm>
          <a:prstGeom prst="rect">
            <a:avLst/>
          </a:prstGeom>
          <a:noFill/>
          <a:ln>
            <a:noFill/>
          </a:ln>
        </p:spPr>
      </p:pic>
      <p:sp>
        <p:nvSpPr>
          <p:cNvPr id="129" name="Google Shape;129;p17"/>
          <p:cNvSpPr txBox="1"/>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3600">
                <a:latin typeface="Calibri"/>
                <a:ea typeface="Calibri"/>
                <a:cs typeface="Calibri"/>
                <a:sym typeface="Calibri"/>
              </a:rPr>
              <a:t>OOD degradation</a:t>
            </a:r>
            <a:endParaRPr b="1" sz="3600">
              <a:solidFill>
                <a:srgbClr val="000000"/>
              </a:solidFill>
              <a:latin typeface="Calibri"/>
              <a:ea typeface="Calibri"/>
              <a:cs typeface="Calibri"/>
              <a:sym typeface="Calibri"/>
            </a:endParaRPr>
          </a:p>
        </p:txBody>
      </p:sp>
      <p:pic>
        <p:nvPicPr>
          <p:cNvPr id="130" name="Google Shape;130;p17" title="得分"/>
          <p:cNvPicPr preferRelativeResize="0"/>
          <p:nvPr/>
        </p:nvPicPr>
        <p:blipFill>
          <a:blip r:embed="rId4">
            <a:alphaModFix/>
          </a:blip>
          <a:stretch>
            <a:fillRect/>
          </a:stretch>
        </p:blipFill>
        <p:spPr>
          <a:xfrm>
            <a:off x="102700" y="1301706"/>
            <a:ext cx="4469301" cy="2763512"/>
          </a:xfrm>
          <a:prstGeom prst="rect">
            <a:avLst/>
          </a:prstGeom>
          <a:noFill/>
          <a:ln>
            <a:noFill/>
          </a:ln>
        </p:spPr>
      </p:pic>
      <p:pic>
        <p:nvPicPr>
          <p:cNvPr id="131" name="Google Shape;131;p17" title="得分"/>
          <p:cNvPicPr preferRelativeResize="0"/>
          <p:nvPr/>
        </p:nvPicPr>
        <p:blipFill>
          <a:blip r:embed="rId5">
            <a:alphaModFix/>
          </a:blip>
          <a:stretch>
            <a:fillRect/>
          </a:stretch>
        </p:blipFill>
        <p:spPr>
          <a:xfrm>
            <a:off x="4572000" y="1301712"/>
            <a:ext cx="4469301" cy="2763512"/>
          </a:xfrm>
          <a:prstGeom prst="rect">
            <a:avLst/>
          </a:prstGeom>
          <a:noFill/>
          <a:ln>
            <a:noFill/>
          </a:ln>
        </p:spPr>
      </p:pic>
      <p:sp>
        <p:nvSpPr>
          <p:cNvPr id="132" name="Google Shape;132;p17"/>
          <p:cNvSpPr txBox="1"/>
          <p:nvPr/>
        </p:nvSpPr>
        <p:spPr>
          <a:xfrm>
            <a:off x="291550" y="4350030"/>
            <a:ext cx="82296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3D85C6"/>
                </a:solidFill>
              </a:rPr>
              <a:t>Takeaway</a:t>
            </a:r>
            <a:endParaRPr b="1" sz="1800">
              <a:solidFill>
                <a:srgbClr val="3D85C6"/>
              </a:solidFill>
            </a:endParaRPr>
          </a:p>
          <a:p>
            <a:pPr indent="-342900" lvl="0" marL="457200" rtl="0" algn="l">
              <a:spcBef>
                <a:spcPts val="0"/>
              </a:spcBef>
              <a:spcAft>
                <a:spcPts val="0"/>
              </a:spcAft>
              <a:buClr>
                <a:schemeClr val="dk1"/>
              </a:buClr>
              <a:buSzPts val="1800"/>
              <a:buChar char="●"/>
            </a:pPr>
            <a:r>
              <a:rPr lang="en-US" sz="1800">
                <a:solidFill>
                  <a:schemeClr val="dk1"/>
                </a:solidFill>
              </a:rPr>
              <a:t>The model performs well in-distribution, but accuracy drops sharply once we increase expression depth or number range. </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This indicates limited generalization of learned reasoning.</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8"/>
          <p:cNvSpPr txBox="1"/>
          <p:nvPr>
            <p:ph idx="12" type="sldNum"/>
          </p:nvPr>
        </p:nvSpPr>
        <p:spPr>
          <a:xfrm>
            <a:off x="8339168" y="6356350"/>
            <a:ext cx="597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39" name="Google Shape;139;p18"/>
          <p:cNvPicPr preferRelativeResize="0"/>
          <p:nvPr/>
        </p:nvPicPr>
        <p:blipFill>
          <a:blip r:embed="rId3">
            <a:alphaModFix/>
          </a:blip>
          <a:stretch>
            <a:fillRect/>
          </a:stretch>
        </p:blipFill>
        <p:spPr>
          <a:xfrm>
            <a:off x="102700" y="1248675"/>
            <a:ext cx="8839200" cy="13641"/>
          </a:xfrm>
          <a:prstGeom prst="rect">
            <a:avLst/>
          </a:prstGeom>
          <a:noFill/>
          <a:ln>
            <a:noFill/>
          </a:ln>
        </p:spPr>
      </p:pic>
      <p:sp>
        <p:nvSpPr>
          <p:cNvPr id="140" name="Google Shape;140;p18"/>
          <p:cNvSpPr txBox="1"/>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3600">
                <a:latin typeface="Calibri"/>
                <a:ea typeface="Calibri"/>
                <a:cs typeface="Calibri"/>
                <a:sym typeface="Calibri"/>
              </a:rPr>
              <a:t>OOD degradation</a:t>
            </a:r>
            <a:endParaRPr b="1" sz="3600">
              <a:solidFill>
                <a:srgbClr val="000000"/>
              </a:solidFill>
              <a:latin typeface="Calibri"/>
              <a:ea typeface="Calibri"/>
              <a:cs typeface="Calibri"/>
              <a:sym typeface="Calibri"/>
            </a:endParaRPr>
          </a:p>
        </p:txBody>
      </p:sp>
      <p:sp>
        <p:nvSpPr>
          <p:cNvPr id="141" name="Google Shape;141;p18"/>
          <p:cNvSpPr txBox="1"/>
          <p:nvPr/>
        </p:nvSpPr>
        <p:spPr>
          <a:xfrm>
            <a:off x="540007" y="1334817"/>
            <a:ext cx="63942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a:t>Expression: 0 + (0 + (0 + (0 + (0 + 1))))</a:t>
            </a:r>
            <a:endParaRPr/>
          </a:p>
          <a:p>
            <a:pPr indent="0" lvl="0" marL="0" rtl="0" algn="l">
              <a:spcBef>
                <a:spcPts val="0"/>
              </a:spcBef>
              <a:spcAft>
                <a:spcPts val="0"/>
              </a:spcAft>
              <a:buClr>
                <a:schemeClr val="dk1"/>
              </a:buClr>
              <a:buSzPts val="1100"/>
              <a:buFont typeface="Arial"/>
              <a:buNone/>
            </a:pPr>
            <a:r>
              <a:rPr lang="en-US"/>
              <a:t>Ground Truth: 1</a:t>
            </a:r>
            <a:endParaRPr/>
          </a:p>
          <a:p>
            <a:pPr indent="0" lvl="0" marL="0" rtl="0" algn="l">
              <a:spcBef>
                <a:spcPts val="0"/>
              </a:spcBef>
              <a:spcAft>
                <a:spcPts val="0"/>
              </a:spcAft>
              <a:buClr>
                <a:schemeClr val="dk1"/>
              </a:buClr>
              <a:buSzPts val="1100"/>
              <a:buFont typeface="Arial"/>
              <a:buNone/>
            </a:pPr>
            <a:r>
              <a:rPr lang="en-US"/>
              <a:t>Predicted: 1</a:t>
            </a:r>
            <a:endParaRPr/>
          </a:p>
          <a:p>
            <a:pPr indent="0" lvl="0" marL="0" rtl="0" algn="l">
              <a:spcBef>
                <a:spcPts val="0"/>
              </a:spcBef>
              <a:spcAft>
                <a:spcPts val="0"/>
              </a:spcAft>
              <a:buClr>
                <a:schemeClr val="dk1"/>
              </a:buClr>
              <a:buSzPts val="1100"/>
              <a:buFont typeface="Arial"/>
              <a:buNone/>
            </a:pPr>
            <a:r>
              <a:rPr lang="en-US"/>
              <a:t>Correct: True</a:t>
            </a:r>
            <a:endParaRPr/>
          </a:p>
          <a:p>
            <a:pPr indent="0" lvl="0" marL="0" rtl="0" algn="l">
              <a:spcBef>
                <a:spcPts val="0"/>
              </a:spcBef>
              <a:spcAft>
                <a:spcPts val="0"/>
              </a:spcAft>
              <a:buClr>
                <a:schemeClr val="dk1"/>
              </a:buClr>
              <a:buSzPts val="1100"/>
              <a:buFont typeface="Arial"/>
              <a:buNone/>
            </a:pPr>
            <a:r>
              <a:rPr lang="en-US"/>
              <a:t>Generated Text:</a:t>
            </a:r>
            <a:endParaRPr/>
          </a:p>
          <a:p>
            <a:pPr indent="0" lvl="0" marL="0" rtl="0" algn="l">
              <a:spcBef>
                <a:spcPts val="0"/>
              </a:spcBef>
              <a:spcAft>
                <a:spcPts val="0"/>
              </a:spcAft>
              <a:buClr>
                <a:schemeClr val="dk1"/>
              </a:buClr>
              <a:buSzPts val="1100"/>
              <a:buFont typeface="Arial"/>
              <a:buNone/>
            </a:pPr>
            <a:r>
              <a:rPr lang="en-US"/>
              <a:t>Evaluate : 0 + ( 0 + ( 0 + ( 0 + ( 0 + 1 ) ) ) ) &lt;think&gt; &lt;think&gt; Step 1 : 0 + 1 = 1 Expression now : 0 + ( 0 + ( 0 + 1 ) ) Step 2 : 0 + 1 = 1 Expression now : 0 + ( 0 + 1 ) Step 3 : 0 + 1 = 1 Expression now : 0 + 1 Step 4 : 0 + 1 = 1 Expression now : 1 &lt;/think&gt; Final Result : 1</a:t>
            </a:r>
            <a:endParaRPr/>
          </a:p>
        </p:txBody>
      </p:sp>
      <p:sp>
        <p:nvSpPr>
          <p:cNvPr id="142" name="Google Shape;142;p18"/>
          <p:cNvSpPr txBox="1"/>
          <p:nvPr/>
        </p:nvSpPr>
        <p:spPr>
          <a:xfrm>
            <a:off x="540000" y="3604601"/>
            <a:ext cx="62916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Expression: 0 + (0 + (0 + (0 + (0 + (0 + (0 + 1))))))</a:t>
            </a:r>
            <a:endParaRPr/>
          </a:p>
          <a:p>
            <a:pPr indent="0" lvl="0" marL="0" rtl="0" algn="l">
              <a:spcBef>
                <a:spcPts val="0"/>
              </a:spcBef>
              <a:spcAft>
                <a:spcPts val="0"/>
              </a:spcAft>
              <a:buNone/>
            </a:pPr>
            <a:r>
              <a:rPr lang="en-US"/>
              <a:t>Ground Truth: 1</a:t>
            </a:r>
            <a:endParaRPr/>
          </a:p>
          <a:p>
            <a:pPr indent="0" lvl="0" marL="0" rtl="0" algn="l">
              <a:spcBef>
                <a:spcPts val="0"/>
              </a:spcBef>
              <a:spcAft>
                <a:spcPts val="0"/>
              </a:spcAft>
              <a:buNone/>
            </a:pPr>
            <a:r>
              <a:rPr lang="en-US"/>
              <a:t>Predicted: -1</a:t>
            </a:r>
            <a:endParaRPr/>
          </a:p>
          <a:p>
            <a:pPr indent="0" lvl="0" marL="0" rtl="0" algn="l">
              <a:spcBef>
                <a:spcPts val="0"/>
              </a:spcBef>
              <a:spcAft>
                <a:spcPts val="0"/>
              </a:spcAft>
              <a:buNone/>
            </a:pPr>
            <a:r>
              <a:rPr lang="en-US"/>
              <a:t>Correct: False</a:t>
            </a:r>
            <a:endParaRPr/>
          </a:p>
          <a:p>
            <a:pPr indent="0" lvl="0" marL="0" rtl="0" algn="l">
              <a:spcBef>
                <a:spcPts val="0"/>
              </a:spcBef>
              <a:spcAft>
                <a:spcPts val="0"/>
              </a:spcAft>
              <a:buNone/>
            </a:pPr>
            <a:r>
              <a:rPr lang="en-US"/>
              <a:t>Generated Text:</a:t>
            </a:r>
            <a:endParaRPr/>
          </a:p>
          <a:p>
            <a:pPr indent="0" lvl="0" marL="0" rtl="0" algn="l">
              <a:spcBef>
                <a:spcPts val="0"/>
              </a:spcBef>
              <a:spcAft>
                <a:spcPts val="0"/>
              </a:spcAft>
              <a:buNone/>
            </a:pPr>
            <a:r>
              <a:rPr lang="en-US"/>
              <a:t>Evaluate : 0 + ( 0 + ( 0 + ( 0 + ( 0 + ( 0 + ( 0 + 1 ) ) ) ) ) ) &lt;think&gt; &lt;think&gt; Step 1 : 0 + 1 = 1 Expression now : 0 + ( 0 + ( 0 + 1 ) ) ) - ( 0 + ( 8 + 11 ) ) Step 2 : 0 + 1 = 1 Expression now : 0 + ( 0 + 1 ) ) - ( 0 + ( 8 + 11 ) ) Step 3 : 0 + 1 = 1 Expression now : 0 - 1 Step 4 : 0 + 1 = 1 Expression now : 0 - 1 Step 5 : 0 - 1 = - 1 Expression now : - 1 &lt;/think&gt; Final Result : - 1</a:t>
            </a:r>
            <a:endParaRPr/>
          </a:p>
          <a:p>
            <a:pPr indent="0" lvl="0" marL="0" rtl="0" algn="l">
              <a:spcBef>
                <a:spcPts val="0"/>
              </a:spcBef>
              <a:spcAft>
                <a:spcPts val="0"/>
              </a:spcAft>
              <a:buNone/>
            </a:pPr>
            <a:r>
              <a:t/>
            </a:r>
            <a:endParaRPr/>
          </a:p>
        </p:txBody>
      </p:sp>
      <p:sp>
        <p:nvSpPr>
          <p:cNvPr id="143" name="Google Shape;143;p18"/>
          <p:cNvSpPr/>
          <p:nvPr/>
        </p:nvSpPr>
        <p:spPr>
          <a:xfrm>
            <a:off x="2985064" y="4966250"/>
            <a:ext cx="3021600" cy="238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gtEl>
                                        <p:attrNameLst>
                                          <p:attrName>style.visibility</p:attrName>
                                        </p:attrNameLst>
                                      </p:cBhvr>
                                      <p:to>
                                        <p:strVal val="visible"/>
                                      </p:to>
                                    </p:set>
                                    <p:anim calcmode="lin" valueType="num">
                                      <p:cBhvr additive="base">
                                        <p:cTn dur="1000"/>
                                        <p:tgtEl>
                                          <p:spTgt spid="14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9"/>
          <p:cNvSpPr txBox="1"/>
          <p:nvPr>
            <p:ph idx="12" type="sldNum"/>
          </p:nvPr>
        </p:nvSpPr>
        <p:spPr>
          <a:xfrm>
            <a:off x="8339168" y="6356350"/>
            <a:ext cx="597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50" name="Google Shape;150;p19"/>
          <p:cNvPicPr preferRelativeResize="0"/>
          <p:nvPr/>
        </p:nvPicPr>
        <p:blipFill>
          <a:blip r:embed="rId3">
            <a:alphaModFix/>
          </a:blip>
          <a:stretch>
            <a:fillRect/>
          </a:stretch>
        </p:blipFill>
        <p:spPr>
          <a:xfrm>
            <a:off x="102700" y="1248675"/>
            <a:ext cx="8839200" cy="13641"/>
          </a:xfrm>
          <a:prstGeom prst="rect">
            <a:avLst/>
          </a:prstGeom>
          <a:noFill/>
          <a:ln>
            <a:noFill/>
          </a:ln>
        </p:spPr>
      </p:pic>
      <p:sp>
        <p:nvSpPr>
          <p:cNvPr id="151" name="Google Shape;151;p19"/>
          <p:cNvSpPr txBox="1"/>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3600">
                <a:latin typeface="Calibri"/>
                <a:ea typeface="Calibri"/>
                <a:cs typeface="Calibri"/>
                <a:sym typeface="Calibri"/>
              </a:rPr>
              <a:t>OOD degradation</a:t>
            </a:r>
            <a:endParaRPr b="1" sz="3600">
              <a:solidFill>
                <a:srgbClr val="000000"/>
              </a:solidFill>
              <a:latin typeface="Calibri"/>
              <a:ea typeface="Calibri"/>
              <a:cs typeface="Calibri"/>
              <a:sym typeface="Calibri"/>
            </a:endParaRPr>
          </a:p>
        </p:txBody>
      </p:sp>
      <p:sp>
        <p:nvSpPr>
          <p:cNvPr id="152" name="Google Shape;152;p19"/>
          <p:cNvSpPr txBox="1"/>
          <p:nvPr/>
        </p:nvSpPr>
        <p:spPr>
          <a:xfrm>
            <a:off x="546650" y="1669313"/>
            <a:ext cx="30000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Expression: 15</a:t>
            </a:r>
            <a:endParaRPr/>
          </a:p>
          <a:p>
            <a:pPr indent="0" lvl="0" marL="0" rtl="0" algn="l">
              <a:spcBef>
                <a:spcPts val="0"/>
              </a:spcBef>
              <a:spcAft>
                <a:spcPts val="0"/>
              </a:spcAft>
              <a:buNone/>
            </a:pPr>
            <a:r>
              <a:rPr lang="en-US"/>
              <a:t>Ground Truth: 15</a:t>
            </a:r>
            <a:endParaRPr/>
          </a:p>
          <a:p>
            <a:pPr indent="0" lvl="0" marL="0" rtl="0" algn="l">
              <a:spcBef>
                <a:spcPts val="0"/>
              </a:spcBef>
              <a:spcAft>
                <a:spcPts val="0"/>
              </a:spcAft>
              <a:buNone/>
            </a:pPr>
            <a:r>
              <a:rPr lang="en-US"/>
              <a:t>Predicted: 15</a:t>
            </a:r>
            <a:endParaRPr/>
          </a:p>
          <a:p>
            <a:pPr indent="0" lvl="0" marL="0" rtl="0" algn="l">
              <a:spcBef>
                <a:spcPts val="0"/>
              </a:spcBef>
              <a:spcAft>
                <a:spcPts val="0"/>
              </a:spcAft>
              <a:buNone/>
            </a:pPr>
            <a:r>
              <a:rPr lang="en-US"/>
              <a:t>Correct: True</a:t>
            </a:r>
            <a:endParaRPr/>
          </a:p>
          <a:p>
            <a:pPr indent="0" lvl="0" marL="0" rtl="0" algn="l">
              <a:spcBef>
                <a:spcPts val="0"/>
              </a:spcBef>
              <a:spcAft>
                <a:spcPts val="0"/>
              </a:spcAft>
              <a:buNone/>
            </a:pPr>
            <a:r>
              <a:rPr lang="en-US"/>
              <a:t>Generated Text:</a:t>
            </a:r>
            <a:endParaRPr/>
          </a:p>
          <a:p>
            <a:pPr indent="0" lvl="0" marL="0" rtl="0" algn="l">
              <a:spcBef>
                <a:spcPts val="0"/>
              </a:spcBef>
              <a:spcAft>
                <a:spcPts val="0"/>
              </a:spcAft>
              <a:buNone/>
            </a:pPr>
            <a:r>
              <a:rPr lang="en-US"/>
              <a:t>Evaluate : 15 &lt;think&gt; &lt;think&gt; &lt;/think&gt; Final Result : 15</a:t>
            </a:r>
            <a:endParaRPr/>
          </a:p>
        </p:txBody>
      </p:sp>
      <p:sp>
        <p:nvSpPr>
          <p:cNvPr id="153" name="Google Shape;153;p19"/>
          <p:cNvSpPr txBox="1"/>
          <p:nvPr/>
        </p:nvSpPr>
        <p:spPr>
          <a:xfrm>
            <a:off x="546650" y="3614175"/>
            <a:ext cx="30000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Expression: 75</a:t>
            </a:r>
            <a:endParaRPr/>
          </a:p>
          <a:p>
            <a:pPr indent="0" lvl="0" marL="0" rtl="0" algn="l">
              <a:spcBef>
                <a:spcPts val="0"/>
              </a:spcBef>
              <a:spcAft>
                <a:spcPts val="0"/>
              </a:spcAft>
              <a:buNone/>
            </a:pPr>
            <a:r>
              <a:rPr lang="en-US"/>
              <a:t>Ground Truth: 75</a:t>
            </a:r>
            <a:endParaRPr/>
          </a:p>
          <a:p>
            <a:pPr indent="0" lvl="0" marL="0" rtl="0" algn="l">
              <a:spcBef>
                <a:spcPts val="0"/>
              </a:spcBef>
              <a:spcAft>
                <a:spcPts val="0"/>
              </a:spcAft>
              <a:buNone/>
            </a:pPr>
            <a:r>
              <a:rPr lang="en-US"/>
              <a:t>Predicted: 2</a:t>
            </a:r>
            <a:endParaRPr/>
          </a:p>
          <a:p>
            <a:pPr indent="0" lvl="0" marL="0" rtl="0" algn="l">
              <a:spcBef>
                <a:spcPts val="0"/>
              </a:spcBef>
              <a:spcAft>
                <a:spcPts val="0"/>
              </a:spcAft>
              <a:buNone/>
            </a:pPr>
            <a:r>
              <a:rPr lang="en-US"/>
              <a:t>Correct: False</a:t>
            </a:r>
            <a:endParaRPr/>
          </a:p>
          <a:p>
            <a:pPr indent="0" lvl="0" marL="0" rtl="0" algn="l">
              <a:spcBef>
                <a:spcPts val="0"/>
              </a:spcBef>
              <a:spcAft>
                <a:spcPts val="0"/>
              </a:spcAft>
              <a:buNone/>
            </a:pPr>
            <a:r>
              <a:rPr lang="en-US"/>
              <a:t>Generated Text:</a:t>
            </a:r>
            <a:endParaRPr/>
          </a:p>
          <a:p>
            <a:pPr indent="0" lvl="0" marL="0" rtl="0" algn="l">
              <a:spcBef>
                <a:spcPts val="0"/>
              </a:spcBef>
              <a:spcAft>
                <a:spcPts val="0"/>
              </a:spcAft>
              <a:buNone/>
            </a:pPr>
            <a:r>
              <a:rPr lang="en-US"/>
              <a:t>Evaluate : 75 &lt;think&gt; &lt;think&gt; &lt;/think&gt; Final Result : 2</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0"/>
          <p:cNvSpPr txBox="1"/>
          <p:nvPr>
            <p:ph idx="12" type="sldNum"/>
          </p:nvPr>
        </p:nvSpPr>
        <p:spPr>
          <a:xfrm>
            <a:off x="8339168" y="6356350"/>
            <a:ext cx="597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0" name="Google Shape;160;p20"/>
          <p:cNvPicPr preferRelativeResize="0"/>
          <p:nvPr/>
        </p:nvPicPr>
        <p:blipFill>
          <a:blip r:embed="rId3">
            <a:alphaModFix/>
          </a:blip>
          <a:stretch>
            <a:fillRect/>
          </a:stretch>
        </p:blipFill>
        <p:spPr>
          <a:xfrm>
            <a:off x="102700" y="1248675"/>
            <a:ext cx="8839200" cy="13641"/>
          </a:xfrm>
          <a:prstGeom prst="rect">
            <a:avLst/>
          </a:prstGeom>
          <a:noFill/>
          <a:ln>
            <a:noFill/>
          </a:ln>
        </p:spPr>
      </p:pic>
      <p:sp>
        <p:nvSpPr>
          <p:cNvPr id="161" name="Google Shape;161;p20"/>
          <p:cNvSpPr txBox="1"/>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3600">
                <a:latin typeface="Calibri"/>
                <a:ea typeface="Calibri"/>
                <a:cs typeface="Calibri"/>
                <a:sym typeface="Calibri"/>
              </a:rPr>
              <a:t>Key results: accuracy vs. LoRA rank</a:t>
            </a:r>
            <a:endParaRPr b="1" sz="3600">
              <a:solidFill>
                <a:srgbClr val="000000"/>
              </a:solidFill>
              <a:latin typeface="Calibri"/>
              <a:ea typeface="Calibri"/>
              <a:cs typeface="Calibri"/>
              <a:sym typeface="Calibri"/>
            </a:endParaRPr>
          </a:p>
        </p:txBody>
      </p:sp>
      <p:pic>
        <p:nvPicPr>
          <p:cNvPr id="162" name="Google Shape;162;p20" title="output4.png"/>
          <p:cNvPicPr preferRelativeResize="0"/>
          <p:nvPr/>
        </p:nvPicPr>
        <p:blipFill>
          <a:blip r:embed="rId4">
            <a:alphaModFix/>
          </a:blip>
          <a:stretch>
            <a:fillRect/>
          </a:stretch>
        </p:blipFill>
        <p:spPr>
          <a:xfrm>
            <a:off x="102700" y="1586608"/>
            <a:ext cx="6442375" cy="3995875"/>
          </a:xfrm>
          <a:prstGeom prst="rect">
            <a:avLst/>
          </a:prstGeom>
          <a:noFill/>
          <a:ln>
            <a:noFill/>
          </a:ln>
        </p:spPr>
      </p:pic>
      <p:sp>
        <p:nvSpPr>
          <p:cNvPr id="163" name="Google Shape;163;p20"/>
          <p:cNvSpPr txBox="1"/>
          <p:nvPr/>
        </p:nvSpPr>
        <p:spPr>
          <a:xfrm>
            <a:off x="6540000" y="1232495"/>
            <a:ext cx="2604000" cy="544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3D85C6"/>
                </a:solidFill>
              </a:rPr>
              <a:t>Main observations</a:t>
            </a:r>
            <a:endParaRPr b="1" sz="1800">
              <a:solidFill>
                <a:srgbClr val="3D85C6"/>
              </a:solidFill>
            </a:endParaRPr>
          </a:p>
          <a:p>
            <a:pPr indent="-342900" lvl="0" marL="457200" rtl="0" algn="l">
              <a:spcBef>
                <a:spcPts val="0"/>
              </a:spcBef>
              <a:spcAft>
                <a:spcPts val="0"/>
              </a:spcAft>
              <a:buClr>
                <a:schemeClr val="dk1"/>
              </a:buClr>
              <a:buSzPts val="1800"/>
              <a:buChar char="●"/>
            </a:pPr>
            <a:r>
              <a:rPr lang="en-US" sz="1800">
                <a:solidFill>
                  <a:schemeClr val="dk1"/>
                </a:solidFill>
              </a:rPr>
              <a:t>ID accuracy (depth ≤ 4) is already ~95% for every rank.</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Depth OOD stays around ~43–44% even as rank increases.</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Number-range OOD improves with rank, especially from r=1 to r=4.</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Very large ranks give little extra benefit over moderate ranks.</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1"/>
          <p:cNvSpPr txBox="1"/>
          <p:nvPr>
            <p:ph idx="12" type="sldNum"/>
          </p:nvPr>
        </p:nvSpPr>
        <p:spPr>
          <a:xfrm>
            <a:off x="8339168" y="6356350"/>
            <a:ext cx="597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0" name="Google Shape;170;p21"/>
          <p:cNvPicPr preferRelativeResize="0"/>
          <p:nvPr/>
        </p:nvPicPr>
        <p:blipFill>
          <a:blip r:embed="rId3">
            <a:alphaModFix/>
          </a:blip>
          <a:stretch>
            <a:fillRect/>
          </a:stretch>
        </p:blipFill>
        <p:spPr>
          <a:xfrm>
            <a:off x="102700" y="1248675"/>
            <a:ext cx="8839200" cy="13641"/>
          </a:xfrm>
          <a:prstGeom prst="rect">
            <a:avLst/>
          </a:prstGeom>
          <a:noFill/>
          <a:ln>
            <a:noFill/>
          </a:ln>
        </p:spPr>
      </p:pic>
      <p:sp>
        <p:nvSpPr>
          <p:cNvPr id="171" name="Google Shape;171;p21"/>
          <p:cNvSpPr txBox="1"/>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3600">
                <a:latin typeface="Calibri"/>
                <a:ea typeface="Calibri"/>
                <a:cs typeface="Calibri"/>
                <a:sym typeface="Calibri"/>
              </a:rPr>
              <a:t>R</a:t>
            </a:r>
            <a:r>
              <a:rPr b="1" lang="en-US" sz="3600">
                <a:latin typeface="Calibri"/>
                <a:ea typeface="Calibri"/>
                <a:cs typeface="Calibri"/>
                <a:sym typeface="Calibri"/>
              </a:rPr>
              <a:t>obustness–Efficiency</a:t>
            </a:r>
            <a:r>
              <a:rPr b="1" lang="en-US" sz="3600">
                <a:latin typeface="Calibri"/>
                <a:ea typeface="Calibri"/>
                <a:cs typeface="Calibri"/>
                <a:sym typeface="Calibri"/>
              </a:rPr>
              <a:t> Tradeoff</a:t>
            </a:r>
            <a:endParaRPr b="1" sz="3600">
              <a:solidFill>
                <a:srgbClr val="000000"/>
              </a:solidFill>
              <a:latin typeface="Calibri"/>
              <a:ea typeface="Calibri"/>
              <a:cs typeface="Calibri"/>
              <a:sym typeface="Calibri"/>
            </a:endParaRPr>
          </a:p>
        </p:txBody>
      </p:sp>
      <p:pic>
        <p:nvPicPr>
          <p:cNvPr id="172" name="Google Shape;172;p21" title="output5.png"/>
          <p:cNvPicPr preferRelativeResize="0"/>
          <p:nvPr/>
        </p:nvPicPr>
        <p:blipFill>
          <a:blip r:embed="rId4">
            <a:alphaModFix/>
          </a:blip>
          <a:stretch>
            <a:fillRect/>
          </a:stretch>
        </p:blipFill>
        <p:spPr>
          <a:xfrm>
            <a:off x="1033670" y="1417651"/>
            <a:ext cx="6036375" cy="4768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2"/>
          <p:cNvSpPr txBox="1"/>
          <p:nvPr>
            <p:ph idx="12" type="sldNum"/>
          </p:nvPr>
        </p:nvSpPr>
        <p:spPr>
          <a:xfrm>
            <a:off x="8339168" y="6356350"/>
            <a:ext cx="597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9" name="Google Shape;179;p22"/>
          <p:cNvPicPr preferRelativeResize="0"/>
          <p:nvPr/>
        </p:nvPicPr>
        <p:blipFill>
          <a:blip r:embed="rId3">
            <a:alphaModFix/>
          </a:blip>
          <a:stretch>
            <a:fillRect/>
          </a:stretch>
        </p:blipFill>
        <p:spPr>
          <a:xfrm>
            <a:off x="102700" y="1248675"/>
            <a:ext cx="8839200" cy="13641"/>
          </a:xfrm>
          <a:prstGeom prst="rect">
            <a:avLst/>
          </a:prstGeom>
          <a:noFill/>
          <a:ln>
            <a:noFill/>
          </a:ln>
        </p:spPr>
      </p:pic>
      <p:sp>
        <p:nvSpPr>
          <p:cNvPr id="180" name="Google Shape;180;p22"/>
          <p:cNvSpPr txBox="1"/>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3600">
                <a:latin typeface="Calibri"/>
                <a:ea typeface="Calibri"/>
                <a:cs typeface="Calibri"/>
                <a:sym typeface="Calibri"/>
              </a:rPr>
              <a:t>Insights &amp; limitations</a:t>
            </a:r>
            <a:endParaRPr b="1" sz="3600">
              <a:solidFill>
                <a:srgbClr val="000000"/>
              </a:solidFill>
              <a:latin typeface="Calibri"/>
              <a:ea typeface="Calibri"/>
              <a:cs typeface="Calibri"/>
              <a:sym typeface="Calibri"/>
            </a:endParaRPr>
          </a:p>
        </p:txBody>
      </p:sp>
      <p:sp>
        <p:nvSpPr>
          <p:cNvPr id="181" name="Google Shape;181;p22"/>
          <p:cNvSpPr txBox="1"/>
          <p:nvPr/>
        </p:nvSpPr>
        <p:spPr>
          <a:xfrm>
            <a:off x="569825" y="1408125"/>
            <a:ext cx="42441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3D85C6"/>
                </a:solidFill>
              </a:rPr>
              <a:t>What worked best?</a:t>
            </a:r>
            <a:endParaRPr b="1" sz="1800">
              <a:solidFill>
                <a:srgbClr val="3D85C6"/>
              </a:solidFill>
            </a:endParaRPr>
          </a:p>
          <a:p>
            <a:pPr indent="-342900" lvl="0" marL="457200" rtl="0" algn="l">
              <a:spcBef>
                <a:spcPts val="0"/>
              </a:spcBef>
              <a:spcAft>
                <a:spcPts val="0"/>
              </a:spcAft>
              <a:buClr>
                <a:schemeClr val="dk1"/>
              </a:buClr>
              <a:buSzPts val="1800"/>
              <a:buChar char="●"/>
            </a:pPr>
            <a:r>
              <a:rPr lang="en-US" sz="1800">
                <a:solidFill>
                  <a:schemeClr val="dk1"/>
                </a:solidFill>
              </a:rPr>
              <a:t>Low-rank adaptation is enough for in-distribution </a:t>
            </a:r>
            <a:r>
              <a:rPr lang="en-US" sz="1800">
                <a:solidFill>
                  <a:schemeClr val="dk1"/>
                </a:solidFill>
              </a:rPr>
              <a:t>arithmetic</a:t>
            </a:r>
            <a:r>
              <a:rPr lang="en-US" sz="1800">
                <a:solidFill>
                  <a:schemeClr val="dk1"/>
                </a:solidFill>
              </a:rPr>
              <a:t>: even rank 1 reaches ~95% accuracy on depth ≤ 4.</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Moderate ranks (around 4–16) give the best robustness–efficiency balance for larger numbers.</a:t>
            </a:r>
            <a:endParaRPr sz="1800">
              <a:solidFill>
                <a:schemeClr val="dk1"/>
              </a:solidFill>
            </a:endParaRPr>
          </a:p>
        </p:txBody>
      </p:sp>
      <p:sp>
        <p:nvSpPr>
          <p:cNvPr id="182" name="Google Shape;182;p22"/>
          <p:cNvSpPr txBox="1"/>
          <p:nvPr/>
        </p:nvSpPr>
        <p:spPr>
          <a:xfrm>
            <a:off x="4863650" y="1417650"/>
            <a:ext cx="39924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3D85C6"/>
                </a:solidFill>
              </a:rPr>
              <a:t>What surprised me?</a:t>
            </a:r>
            <a:endParaRPr b="1" sz="1800">
              <a:solidFill>
                <a:srgbClr val="3D85C6"/>
              </a:solidFill>
            </a:endParaRPr>
          </a:p>
          <a:p>
            <a:pPr indent="-342900" lvl="0" marL="457200" rtl="0" algn="l">
              <a:spcBef>
                <a:spcPts val="0"/>
              </a:spcBef>
              <a:spcAft>
                <a:spcPts val="0"/>
              </a:spcAft>
              <a:buClr>
                <a:schemeClr val="dk1"/>
              </a:buClr>
              <a:buSzPts val="1800"/>
              <a:buChar char="●"/>
            </a:pPr>
            <a:r>
              <a:rPr lang="en-US" sz="1800">
                <a:solidFill>
                  <a:schemeClr val="dk1"/>
                </a:solidFill>
              </a:rPr>
              <a:t>Increasing rank barely changes depth-based OOD accuracy.</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Depth reasoning looks like the bottleneck, not adapter capacity.</a:t>
            </a:r>
            <a:endParaRPr sz="1800">
              <a:solidFill>
                <a:schemeClr val="dk1"/>
              </a:solidFill>
            </a:endParaRPr>
          </a:p>
        </p:txBody>
      </p:sp>
      <p:sp>
        <p:nvSpPr>
          <p:cNvPr id="183" name="Google Shape;183;p22"/>
          <p:cNvSpPr txBox="1"/>
          <p:nvPr/>
        </p:nvSpPr>
        <p:spPr>
          <a:xfrm>
            <a:off x="546700" y="3955125"/>
            <a:ext cx="79512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3D85C6"/>
                </a:solidFill>
              </a:rPr>
              <a:t>Limitations</a:t>
            </a:r>
            <a:r>
              <a:rPr b="1" lang="en-US" sz="1800">
                <a:solidFill>
                  <a:srgbClr val="3D85C6"/>
                </a:solidFill>
              </a:rPr>
              <a:t>:</a:t>
            </a:r>
            <a:endParaRPr b="1" sz="1800">
              <a:solidFill>
                <a:srgbClr val="3D85C6"/>
              </a:solidFill>
            </a:endParaRPr>
          </a:p>
          <a:p>
            <a:pPr indent="-342900" lvl="0" marL="457200" rtl="0" algn="l">
              <a:spcBef>
                <a:spcPts val="0"/>
              </a:spcBef>
              <a:spcAft>
                <a:spcPts val="0"/>
              </a:spcAft>
              <a:buClr>
                <a:schemeClr val="dk1"/>
              </a:buClr>
              <a:buSzPts val="1800"/>
              <a:buChar char="●"/>
            </a:pPr>
            <a:r>
              <a:rPr lang="en-US" sz="1800">
                <a:solidFill>
                  <a:schemeClr val="dk1"/>
                </a:solidFill>
              </a:rPr>
              <a:t>Synthetic data only; no multiplication/division or natural-language arithmetic.</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Test sets use max depth, so they still include some easier expressions.</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I benchmarked robustness carefully, but speed measurements are newly added and would benefit from repeated runs.</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idx="12" type="sldNum"/>
          </p:nvPr>
        </p:nvSpPr>
        <p:spPr>
          <a:xfrm>
            <a:off x="8339168" y="6356350"/>
            <a:ext cx="597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0" name="Google Shape;190;p23"/>
          <p:cNvPicPr preferRelativeResize="0"/>
          <p:nvPr/>
        </p:nvPicPr>
        <p:blipFill>
          <a:blip r:embed="rId3">
            <a:alphaModFix/>
          </a:blip>
          <a:stretch>
            <a:fillRect/>
          </a:stretch>
        </p:blipFill>
        <p:spPr>
          <a:xfrm>
            <a:off x="102700" y="1248675"/>
            <a:ext cx="8839200" cy="13641"/>
          </a:xfrm>
          <a:prstGeom prst="rect">
            <a:avLst/>
          </a:prstGeom>
          <a:noFill/>
          <a:ln>
            <a:noFill/>
          </a:ln>
        </p:spPr>
      </p:pic>
      <p:sp>
        <p:nvSpPr>
          <p:cNvPr id="191" name="Google Shape;191;p23"/>
          <p:cNvSpPr txBox="1"/>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3600">
                <a:latin typeface="Calibri"/>
                <a:ea typeface="Calibri"/>
                <a:cs typeface="Calibri"/>
                <a:sym typeface="Calibri"/>
              </a:rPr>
              <a:t>Answer to the Research Question</a:t>
            </a:r>
            <a:endParaRPr b="1" sz="3600">
              <a:solidFill>
                <a:srgbClr val="000000"/>
              </a:solidFill>
              <a:latin typeface="Calibri"/>
              <a:ea typeface="Calibri"/>
              <a:cs typeface="Calibri"/>
              <a:sym typeface="Calibri"/>
            </a:endParaRPr>
          </a:p>
        </p:txBody>
      </p:sp>
      <p:sp>
        <p:nvSpPr>
          <p:cNvPr id="192" name="Google Shape;192;p23"/>
          <p:cNvSpPr txBox="1"/>
          <p:nvPr/>
        </p:nvSpPr>
        <p:spPr>
          <a:xfrm>
            <a:off x="457200" y="1520050"/>
            <a:ext cx="7951200" cy="461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latin typeface="Calibri"/>
                <a:ea typeface="Calibri"/>
                <a:cs typeface="Calibri"/>
                <a:sym typeface="Calibri"/>
              </a:rPr>
              <a:t>At what point does the Arithmetic LLM’s reasoning degrade under systematic out-of-distribution inputs?</a:t>
            </a:r>
            <a:endParaRPr b="1" sz="1800">
              <a:solidFill>
                <a:srgbClr val="3D85C6"/>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The Arithmetic LLM’s reasoning degrades sharply when inputs exceed the training distribution.</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For structural complexity, performance drops dramatically once expression depth increases beyond 4, falling from ~95% to ~43% at depth 6.</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For numerical range, degradation begins at moderate extrapolation (range 50) and becomes severe at larger values (range 100), where accuracy drops to ~20%.</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b="1" lang="en-US" sz="1800">
                <a:solidFill>
                  <a:schemeClr val="dk1"/>
                </a:solidFill>
                <a:latin typeface="Calibri"/>
                <a:ea typeface="Calibri"/>
                <a:cs typeface="Calibri"/>
                <a:sym typeface="Calibri"/>
              </a:rPr>
              <a:t>How does LoRA rank influence robustness–efficiency trade-offs?</a:t>
            </a:r>
            <a:endParaRPr b="1"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Increasing rank has almost no effect on depth robustness, but it improves robustness to larger numerical ranges. At the same time, higher ranks reduce inference efficiency. Therefore, larger adapters are not worthwhile for deeper reasoning, but moderate ranks provide a better trade-off when robustness to large numbers matters.</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4"/>
          <p:cNvSpPr txBox="1"/>
          <p:nvPr>
            <p:ph type="title"/>
          </p:nvPr>
        </p:nvSpPr>
        <p:spPr>
          <a:xfrm>
            <a:off x="0" y="0"/>
            <a:ext cx="9144000" cy="6858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Arial"/>
              <a:buNone/>
            </a:pPr>
            <a:r>
              <a:rPr lang="en-US"/>
              <a:t>Thank You!</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2" type="sldNum"/>
          </p:nvPr>
        </p:nvSpPr>
        <p:spPr>
          <a:xfrm>
            <a:off x="8339168" y="6356350"/>
            <a:ext cx="597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04" name="Google Shape;204;p25"/>
          <p:cNvPicPr preferRelativeResize="0"/>
          <p:nvPr/>
        </p:nvPicPr>
        <p:blipFill>
          <a:blip r:embed="rId3">
            <a:alphaModFix/>
          </a:blip>
          <a:stretch>
            <a:fillRect/>
          </a:stretch>
        </p:blipFill>
        <p:spPr>
          <a:xfrm>
            <a:off x="102700" y="1248675"/>
            <a:ext cx="8839200" cy="13641"/>
          </a:xfrm>
          <a:prstGeom prst="rect">
            <a:avLst/>
          </a:prstGeom>
          <a:noFill/>
          <a:ln>
            <a:noFill/>
          </a:ln>
        </p:spPr>
      </p:pic>
      <p:sp>
        <p:nvSpPr>
          <p:cNvPr id="205" name="Google Shape;205;p25"/>
          <p:cNvSpPr txBox="1"/>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2400">
                <a:latin typeface="Calibri"/>
                <a:ea typeface="Calibri"/>
                <a:cs typeface="Calibri"/>
                <a:sym typeface="Calibri"/>
              </a:rPr>
              <a:t>Appendix 1: Supplemented Results Table</a:t>
            </a:r>
            <a:endParaRPr b="1" sz="2400">
              <a:solidFill>
                <a:srgbClr val="000000"/>
              </a:solidFill>
              <a:latin typeface="Calibri"/>
              <a:ea typeface="Calibri"/>
              <a:cs typeface="Calibri"/>
              <a:sym typeface="Calibri"/>
            </a:endParaRPr>
          </a:p>
        </p:txBody>
      </p:sp>
      <p:pic>
        <p:nvPicPr>
          <p:cNvPr id="206" name="Google Shape;206;p25"/>
          <p:cNvPicPr preferRelativeResize="0"/>
          <p:nvPr/>
        </p:nvPicPr>
        <p:blipFill>
          <a:blip r:embed="rId4">
            <a:alphaModFix/>
          </a:blip>
          <a:stretch>
            <a:fillRect/>
          </a:stretch>
        </p:blipFill>
        <p:spPr>
          <a:xfrm>
            <a:off x="619539" y="2294776"/>
            <a:ext cx="7692875" cy="2462412"/>
          </a:xfrm>
          <a:prstGeom prst="rect">
            <a:avLst/>
          </a:prstGeom>
          <a:noFill/>
          <a:ln>
            <a:noFill/>
          </a:ln>
        </p:spPr>
      </p:pic>
      <p:sp>
        <p:nvSpPr>
          <p:cNvPr id="207" name="Google Shape;207;p25"/>
          <p:cNvSpPr txBox="1"/>
          <p:nvPr/>
        </p:nvSpPr>
        <p:spPr>
          <a:xfrm>
            <a:off x="2395325" y="4757200"/>
            <a:ext cx="3889500" cy="348300"/>
          </a:xfrm>
          <a:prstGeom prst="rect">
            <a:avLst/>
          </a:prstGeom>
          <a:noFill/>
          <a:ln>
            <a:noFill/>
          </a:ln>
        </p:spPr>
        <p:txBody>
          <a:bodyPr anchorCtr="0" anchor="t" bIns="79575" lIns="79575" spcFirstLastPara="1" rIns="79575" wrap="square" tIns="79575">
            <a:spAutoFit/>
          </a:bodyPr>
          <a:lstStyle/>
          <a:p>
            <a:pPr indent="0" lvl="0" marL="0" rtl="0" algn="l">
              <a:spcBef>
                <a:spcPts val="0"/>
              </a:spcBef>
              <a:spcAft>
                <a:spcPts val="0"/>
              </a:spcAft>
              <a:buNone/>
            </a:pPr>
            <a:r>
              <a:rPr lang="en-US" sz="1218"/>
              <a:t>Exact-match accuracy (%) by rank and test condition</a:t>
            </a:r>
            <a:endParaRPr sz="1218"/>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2" type="sldNum"/>
          </p:nvPr>
        </p:nvSpPr>
        <p:spPr>
          <a:xfrm>
            <a:off x="8339168" y="6356350"/>
            <a:ext cx="597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4" name="Google Shape;214;p26"/>
          <p:cNvPicPr preferRelativeResize="0"/>
          <p:nvPr/>
        </p:nvPicPr>
        <p:blipFill>
          <a:blip r:embed="rId3">
            <a:alphaModFix/>
          </a:blip>
          <a:stretch>
            <a:fillRect/>
          </a:stretch>
        </p:blipFill>
        <p:spPr>
          <a:xfrm>
            <a:off x="102700" y="1248675"/>
            <a:ext cx="8839200" cy="13641"/>
          </a:xfrm>
          <a:prstGeom prst="rect">
            <a:avLst/>
          </a:prstGeom>
          <a:noFill/>
          <a:ln>
            <a:noFill/>
          </a:ln>
        </p:spPr>
      </p:pic>
      <p:sp>
        <p:nvSpPr>
          <p:cNvPr id="215" name="Google Shape;215;p26"/>
          <p:cNvSpPr txBox="1"/>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2400">
                <a:latin typeface="Calibri"/>
                <a:ea typeface="Calibri"/>
                <a:cs typeface="Calibri"/>
                <a:sym typeface="Calibri"/>
              </a:rPr>
              <a:t>Appendix 2: Parse Success Rate vs. OOD (LoRA Rank = 8)</a:t>
            </a:r>
            <a:endParaRPr b="1" sz="2400">
              <a:solidFill>
                <a:srgbClr val="000000"/>
              </a:solidFill>
              <a:latin typeface="Calibri"/>
              <a:ea typeface="Calibri"/>
              <a:cs typeface="Calibri"/>
              <a:sym typeface="Calibri"/>
            </a:endParaRPr>
          </a:p>
        </p:txBody>
      </p:sp>
      <p:pic>
        <p:nvPicPr>
          <p:cNvPr id="216" name="Google Shape;216;p26" title="得分"/>
          <p:cNvPicPr preferRelativeResize="0"/>
          <p:nvPr/>
        </p:nvPicPr>
        <p:blipFill>
          <a:blip r:embed="rId4">
            <a:alphaModFix/>
          </a:blip>
          <a:stretch>
            <a:fillRect/>
          </a:stretch>
        </p:blipFill>
        <p:spPr>
          <a:xfrm>
            <a:off x="102700" y="2037201"/>
            <a:ext cx="4469301" cy="2763512"/>
          </a:xfrm>
          <a:prstGeom prst="rect">
            <a:avLst/>
          </a:prstGeom>
          <a:noFill/>
          <a:ln>
            <a:noFill/>
          </a:ln>
        </p:spPr>
      </p:pic>
      <p:pic>
        <p:nvPicPr>
          <p:cNvPr id="217" name="Google Shape;217;p26" title="得分"/>
          <p:cNvPicPr preferRelativeResize="0"/>
          <p:nvPr/>
        </p:nvPicPr>
        <p:blipFill>
          <a:blip r:embed="rId5">
            <a:alphaModFix/>
          </a:blip>
          <a:stretch>
            <a:fillRect/>
          </a:stretch>
        </p:blipFill>
        <p:spPr>
          <a:xfrm>
            <a:off x="4572000" y="2037199"/>
            <a:ext cx="4469301" cy="27635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7"/>
          <p:cNvSpPr txBox="1"/>
          <p:nvPr>
            <p:ph idx="12" type="sldNum"/>
          </p:nvPr>
        </p:nvSpPr>
        <p:spPr>
          <a:xfrm>
            <a:off x="8339168" y="6356350"/>
            <a:ext cx="597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24" name="Google Shape;224;p27"/>
          <p:cNvPicPr preferRelativeResize="0"/>
          <p:nvPr/>
        </p:nvPicPr>
        <p:blipFill>
          <a:blip r:embed="rId3">
            <a:alphaModFix/>
          </a:blip>
          <a:stretch>
            <a:fillRect/>
          </a:stretch>
        </p:blipFill>
        <p:spPr>
          <a:xfrm>
            <a:off x="102700" y="1248675"/>
            <a:ext cx="8839200" cy="13641"/>
          </a:xfrm>
          <a:prstGeom prst="rect">
            <a:avLst/>
          </a:prstGeom>
          <a:noFill/>
          <a:ln>
            <a:noFill/>
          </a:ln>
        </p:spPr>
      </p:pic>
      <p:sp>
        <p:nvSpPr>
          <p:cNvPr id="225" name="Google Shape;225;p27"/>
          <p:cNvSpPr txBox="1"/>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2400">
                <a:latin typeface="Calibri"/>
                <a:ea typeface="Calibri"/>
                <a:cs typeface="Calibri"/>
                <a:sym typeface="Calibri"/>
              </a:rPr>
              <a:t>Appendix 3: Parse Success Rate vs. LoRA Rank</a:t>
            </a:r>
            <a:endParaRPr b="1" sz="2400">
              <a:solidFill>
                <a:srgbClr val="000000"/>
              </a:solidFill>
              <a:latin typeface="Calibri"/>
              <a:ea typeface="Calibri"/>
              <a:cs typeface="Calibri"/>
              <a:sym typeface="Calibri"/>
            </a:endParaRPr>
          </a:p>
        </p:txBody>
      </p:sp>
      <p:pic>
        <p:nvPicPr>
          <p:cNvPr id="226" name="Google Shape;226;p27" title="output6.png"/>
          <p:cNvPicPr preferRelativeResize="0"/>
          <p:nvPr/>
        </p:nvPicPr>
        <p:blipFill>
          <a:blip r:embed="rId4">
            <a:alphaModFix/>
          </a:blip>
          <a:stretch>
            <a:fillRect/>
          </a:stretch>
        </p:blipFill>
        <p:spPr>
          <a:xfrm>
            <a:off x="1646998" y="1606488"/>
            <a:ext cx="5353050" cy="43338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